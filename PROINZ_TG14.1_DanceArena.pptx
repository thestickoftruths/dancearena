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4"/>
  </p:notesMasterIdLst>
  <p:sldIdLst>
    <p:sldId id="265" r:id="rId3"/>
    <p:sldId id="257" r:id="rId4"/>
    <p:sldId id="267" r:id="rId5"/>
    <p:sldId id="268" r:id="rId6"/>
    <p:sldId id="269" r:id="rId7"/>
    <p:sldId id="261" r:id="rId8"/>
    <p:sldId id="277" r:id="rId9"/>
    <p:sldId id="276" r:id="rId10"/>
    <p:sldId id="260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EE624F-F76A-49BA-8395-98AE9B559872}" v="3" dt="2026-01-23T22:05:56.744"/>
    <p1510:client id="{2035063E-3079-4667-ADF2-C077F3201AA3}" v="779" dt="2026-01-22T09:43:17.405"/>
    <p1510:client id="{32496B73-A45D-3AD5-3BB3-A0AC816A953F}" v="223" dt="2026-01-22T20:58:53.290"/>
    <p1510:client id="{806EE356-81E2-E19B-3FC4-CE8F14C008FC}" v="98" dt="2026-01-23T21:54:53.252"/>
    <p1510:client id="{B7420C96-C42B-7A8B-101E-E92B837E35DC}" v="40" dt="2026-01-23T20:04:42.609"/>
    <p1510:client id="{BDCA0BD8-0A93-D669-9A8F-8F20F0664046}" v="139" dt="2026-01-23T20:38:26.449"/>
    <p1510:client id="{E38205BC-B9BC-B1E2-884B-3A69D6F55377}" v="373" dt="2026-01-23T19:01:38.222"/>
    <p1510:client id="{E7C7EFA0-D172-CDC5-824E-5804E25C08DD}" v="154" dt="2026-01-23T19:46:48.459"/>
    <p1510:client id="{F4A1E502-9D05-A6B8-5A0A-CEBC52D77731}" v="46" dt="2026-01-22T09:48:14.7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st korisnik" providerId="Windows Live" clId="Web-{BDCA0BD8-0A93-D669-9A8F-8F20F0664046}"/>
    <pc:docChg chg="modSld">
      <pc:chgData name="Gost korisnik" userId="" providerId="Windows Live" clId="Web-{BDCA0BD8-0A93-D669-9A8F-8F20F0664046}" dt="2026-01-23T20:38:25.074" v="129"/>
      <pc:docMkLst>
        <pc:docMk/>
      </pc:docMkLst>
      <pc:sldChg chg="modSp">
        <pc:chgData name="Gost korisnik" userId="" providerId="Windows Live" clId="Web-{BDCA0BD8-0A93-D669-9A8F-8F20F0664046}" dt="2026-01-23T20:38:25.074" v="129"/>
        <pc:sldMkLst>
          <pc:docMk/>
          <pc:sldMk cId="4285223946" sldId="262"/>
        </pc:sldMkLst>
        <pc:graphicFrameChg chg="mod modGraphic">
          <ac:chgData name="Gost korisnik" userId="" providerId="Windows Live" clId="Web-{BDCA0BD8-0A93-D669-9A8F-8F20F0664046}" dt="2026-01-23T20:38:25.074" v="129"/>
          <ac:graphicFrameMkLst>
            <pc:docMk/>
            <pc:sldMk cId="4285223946" sldId="262"/>
            <ac:graphicFrameMk id="8" creationId="{1016BED5-A9AD-F2EA-51E4-33B853F16EDD}"/>
          </ac:graphicFrameMkLst>
        </pc:graphicFrameChg>
      </pc:sldChg>
    </pc:docChg>
  </pc:docChgLst>
  <pc:docChgLst>
    <pc:chgData name="Kristijan Karanusic" userId="3c837f7726da1429" providerId="Windows Live" clId="Web-{32496B73-A45D-3AD5-3BB3-A0AC816A953F}"/>
    <pc:docChg chg="modSld">
      <pc:chgData name="Kristijan Karanusic" userId="3c837f7726da1429" providerId="Windows Live" clId="Web-{32496B73-A45D-3AD5-3BB3-A0AC816A953F}" dt="2026-01-22T20:58:35.368" v="220" actId="20577"/>
      <pc:docMkLst>
        <pc:docMk/>
      </pc:docMkLst>
      <pc:sldChg chg="modSp">
        <pc:chgData name="Kristijan Karanusic" userId="3c837f7726da1429" providerId="Windows Live" clId="Web-{32496B73-A45D-3AD5-3BB3-A0AC816A953F}" dt="2026-01-22T20:58:35.368" v="220" actId="20577"/>
        <pc:sldMkLst>
          <pc:docMk/>
          <pc:sldMk cId="3389772446" sldId="260"/>
        </pc:sldMkLst>
        <pc:spChg chg="mod">
          <ac:chgData name="Kristijan Karanusic" userId="3c837f7726da1429" providerId="Windows Live" clId="Web-{32496B73-A45D-3AD5-3BB3-A0AC816A953F}" dt="2026-01-22T20:58:35.368" v="220" actId="20577"/>
          <ac:spMkLst>
            <pc:docMk/>
            <pc:sldMk cId="3389772446" sldId="260"/>
            <ac:spMk id="3" creationId="{00000000-0000-0000-0000-000000000000}"/>
          </ac:spMkLst>
        </pc:spChg>
      </pc:sldChg>
      <pc:sldChg chg="modSp">
        <pc:chgData name="Kristijan Karanusic" userId="3c837f7726da1429" providerId="Windows Live" clId="Web-{32496B73-A45D-3AD5-3BB3-A0AC816A953F}" dt="2026-01-22T20:48:46.202" v="69" actId="20577"/>
        <pc:sldMkLst>
          <pc:docMk/>
          <pc:sldMk cId="1631578584" sldId="276"/>
        </pc:sldMkLst>
        <pc:spChg chg="mod">
          <ac:chgData name="Kristijan Karanusic" userId="3c837f7726da1429" providerId="Windows Live" clId="Web-{32496B73-A45D-3AD5-3BB3-A0AC816A953F}" dt="2026-01-22T20:48:46.202" v="69" actId="20577"/>
          <ac:spMkLst>
            <pc:docMk/>
            <pc:sldMk cId="1631578584" sldId="276"/>
            <ac:spMk id="3" creationId="{ECB1ECF9-302F-184A-D67B-65226831B108}"/>
          </ac:spMkLst>
        </pc:spChg>
      </pc:sldChg>
    </pc:docChg>
  </pc:docChgLst>
  <pc:docChgLst>
    <pc:chgData name="Kristijan Karanusic" userId="3c837f7726da1429" providerId="Windows Live" clId="Web-{806EE356-81E2-E19B-3FC4-CE8F14C008FC}"/>
    <pc:docChg chg="modSld">
      <pc:chgData name="Kristijan Karanusic" userId="3c837f7726da1429" providerId="Windows Live" clId="Web-{806EE356-81E2-E19B-3FC4-CE8F14C008FC}" dt="2026-01-23T21:54:45.986" v="56"/>
      <pc:docMkLst>
        <pc:docMk/>
      </pc:docMkLst>
      <pc:sldChg chg="modSp">
        <pc:chgData name="Kristijan Karanusic" userId="3c837f7726da1429" providerId="Windows Live" clId="Web-{806EE356-81E2-E19B-3FC4-CE8F14C008FC}" dt="2026-01-23T21:54:45.986" v="56"/>
        <pc:sldMkLst>
          <pc:docMk/>
          <pc:sldMk cId="4285223946" sldId="262"/>
        </pc:sldMkLst>
        <pc:graphicFrameChg chg="mod modGraphic">
          <ac:chgData name="Kristijan Karanusic" userId="3c837f7726da1429" providerId="Windows Live" clId="Web-{806EE356-81E2-E19B-3FC4-CE8F14C008FC}" dt="2026-01-23T21:54:45.986" v="56"/>
          <ac:graphicFrameMkLst>
            <pc:docMk/>
            <pc:sldMk cId="4285223946" sldId="262"/>
            <ac:graphicFrameMk id="8" creationId="{1016BED5-A9AD-F2EA-51E4-33B853F16EDD}"/>
          </ac:graphicFrameMkLst>
        </pc:graphicFrameChg>
      </pc:sldChg>
    </pc:docChg>
  </pc:docChgLst>
  <pc:docChgLst>
    <pc:chgData clId="Web-{806EE356-81E2-E19B-3FC4-CE8F14C008FC}"/>
    <pc:docChg chg="modSld">
      <pc:chgData name="" userId="" providerId="" clId="Web-{806EE356-81E2-E19B-3FC4-CE8F14C008FC}" dt="2026-01-23T21:53:01.765" v="27"/>
      <pc:docMkLst>
        <pc:docMk/>
      </pc:docMkLst>
      <pc:sldChg chg="modSp">
        <pc:chgData name="" userId="" providerId="" clId="Web-{806EE356-81E2-E19B-3FC4-CE8F14C008FC}" dt="2026-01-23T21:53:01.765" v="27"/>
        <pc:sldMkLst>
          <pc:docMk/>
          <pc:sldMk cId="4285223946" sldId="262"/>
        </pc:sldMkLst>
        <pc:graphicFrameChg chg="mod modGraphic">
          <ac:chgData name="" userId="" providerId="" clId="Web-{806EE356-81E2-E19B-3FC4-CE8F14C008FC}" dt="2026-01-23T21:53:01.765" v="27"/>
          <ac:graphicFrameMkLst>
            <pc:docMk/>
            <pc:sldMk cId="4285223946" sldId="262"/>
            <ac:graphicFrameMk id="8" creationId="{1016BED5-A9AD-F2EA-51E4-33B853F16EDD}"/>
          </ac:graphicFrameMkLst>
        </pc:graphicFrameChg>
      </pc:sldChg>
    </pc:docChg>
  </pc:docChgLst>
  <pc:docChgLst>
    <pc:chgData name="Kristijan Karanusic" userId="3c837f7726da1429" providerId="Windows Live" clId="Web-{1FEE624F-F76A-49BA-8395-98AE9B559872}"/>
    <pc:docChg chg="modSld">
      <pc:chgData name="Kristijan Karanusic" userId="3c837f7726da1429" providerId="Windows Live" clId="Web-{1FEE624F-F76A-49BA-8395-98AE9B559872}" dt="2026-01-23T22:05:56.744" v="2" actId="20577"/>
      <pc:docMkLst>
        <pc:docMk/>
      </pc:docMkLst>
      <pc:sldChg chg="modSp">
        <pc:chgData name="Kristijan Karanusic" userId="3c837f7726da1429" providerId="Windows Live" clId="Web-{1FEE624F-F76A-49BA-8395-98AE9B559872}" dt="2026-01-23T22:05:56.744" v="2" actId="20577"/>
        <pc:sldMkLst>
          <pc:docMk/>
          <pc:sldMk cId="1839409896" sldId="268"/>
        </pc:sldMkLst>
        <pc:spChg chg="mod">
          <ac:chgData name="Kristijan Karanusic" userId="3c837f7726da1429" providerId="Windows Live" clId="Web-{1FEE624F-F76A-49BA-8395-98AE9B559872}" dt="2026-01-23T22:05:56.744" v="2" actId="20577"/>
          <ac:spMkLst>
            <pc:docMk/>
            <pc:sldMk cId="1839409896" sldId="268"/>
            <ac:spMk id="3" creationId="{F4FDC0A7-2EBE-B97D-F71C-97BD62047FF6}"/>
          </ac:spMkLst>
        </pc:spChg>
      </pc:sldChg>
    </pc:docChg>
  </pc:docChgLst>
  <pc:docChgLst>
    <pc:chgData name="Kristijan Karanusic" userId="3c837f7726da1429" providerId="Windows Live" clId="Web-{2035063E-3079-4667-ADF2-C077F3201AA3}"/>
    <pc:docChg chg="addSld delSld modSld sldOrd">
      <pc:chgData name="Kristijan Karanusic" userId="3c837f7726da1429" providerId="Windows Live" clId="Web-{2035063E-3079-4667-ADF2-C077F3201AA3}" dt="2026-01-22T09:43:17.405" v="786" actId="20577"/>
      <pc:docMkLst>
        <pc:docMk/>
      </pc:docMkLst>
      <pc:sldChg chg="addSp modSp mod setBg setClrOvrMap">
        <pc:chgData name="Kristijan Karanusic" userId="3c837f7726da1429" providerId="Windows Live" clId="Web-{2035063E-3079-4667-ADF2-C077F3201AA3}" dt="2026-01-22T07:11:51.018" v="417"/>
        <pc:sldMkLst>
          <pc:docMk/>
          <pc:sldMk cId="3657354464" sldId="261"/>
        </pc:sldMkLst>
        <pc:spChg chg="mod">
          <ac:chgData name="Kristijan Karanusic" userId="3c837f7726da1429" providerId="Windows Live" clId="Web-{2035063E-3079-4667-ADF2-C077F3201AA3}" dt="2026-01-22T07:11:51.018" v="417"/>
          <ac:spMkLst>
            <pc:docMk/>
            <pc:sldMk cId="3657354464" sldId="261"/>
            <ac:spMk id="2" creationId="{00000000-0000-0000-0000-000000000000}"/>
          </ac:spMkLst>
        </pc:spChg>
        <pc:spChg chg="mod">
          <ac:chgData name="Kristijan Karanusic" userId="3c837f7726da1429" providerId="Windows Live" clId="Web-{2035063E-3079-4667-ADF2-C077F3201AA3}" dt="2026-01-22T07:11:51.018" v="417"/>
          <ac:spMkLst>
            <pc:docMk/>
            <pc:sldMk cId="3657354464" sldId="261"/>
            <ac:spMk id="3" creationId="{00000000-0000-0000-0000-000000000000}"/>
          </ac:spMkLst>
        </pc:spChg>
        <pc:spChg chg="mod">
          <ac:chgData name="Kristijan Karanusic" userId="3c837f7726da1429" providerId="Windows Live" clId="Web-{2035063E-3079-4667-ADF2-C077F3201AA3}" dt="2026-01-22T07:11:51.018" v="417"/>
          <ac:spMkLst>
            <pc:docMk/>
            <pc:sldMk cId="3657354464" sldId="261"/>
            <ac:spMk id="4" creationId="{00000000-0000-0000-0000-000000000000}"/>
          </ac:spMkLst>
        </pc:spChg>
        <pc:spChg chg="add">
          <ac:chgData name="Kristijan Karanusic" userId="3c837f7726da1429" providerId="Windows Live" clId="Web-{2035063E-3079-4667-ADF2-C077F3201AA3}" dt="2026-01-22T07:11:51.018" v="417"/>
          <ac:spMkLst>
            <pc:docMk/>
            <pc:sldMk cId="3657354464" sldId="261"/>
            <ac:spMk id="10" creationId="{00401440-1DC9-4C9E-A3BA-4DECEEB46503}"/>
          </ac:spMkLst>
        </pc:spChg>
        <pc:spChg chg="add">
          <ac:chgData name="Kristijan Karanusic" userId="3c837f7726da1429" providerId="Windows Live" clId="Web-{2035063E-3079-4667-ADF2-C077F3201AA3}" dt="2026-01-22T07:11:51.018" v="417"/>
          <ac:spMkLst>
            <pc:docMk/>
            <pc:sldMk cId="3657354464" sldId="261"/>
            <ac:spMk id="12" creationId="{36B822CC-7DA9-4417-AA94-64CEB676F0B8}"/>
          </ac:spMkLst>
        </pc:spChg>
        <pc:spChg chg="add">
          <ac:chgData name="Kristijan Karanusic" userId="3c837f7726da1429" providerId="Windows Live" clId="Web-{2035063E-3079-4667-ADF2-C077F3201AA3}" dt="2026-01-22T07:11:51.018" v="417"/>
          <ac:spMkLst>
            <pc:docMk/>
            <pc:sldMk cId="3657354464" sldId="261"/>
            <ac:spMk id="14" creationId="{AFA01E88-71CC-4FF3-9E81-51E0C32B45E4}"/>
          </ac:spMkLst>
        </pc:spChg>
        <pc:picChg chg="add mod ord">
          <ac:chgData name="Kristijan Karanusic" userId="3c837f7726da1429" providerId="Windows Live" clId="Web-{2035063E-3079-4667-ADF2-C077F3201AA3}" dt="2026-01-22T07:11:51.018" v="417"/>
          <ac:picMkLst>
            <pc:docMk/>
            <pc:sldMk cId="3657354464" sldId="261"/>
            <ac:picMk id="5" creationId="{1638DE53-A9A6-E8CC-9ACA-AA4880CFD78A}"/>
          </ac:picMkLst>
        </pc:picChg>
      </pc:sldChg>
      <pc:sldChg chg="modSp">
        <pc:chgData name="Kristijan Karanusic" userId="3c837f7726da1429" providerId="Windows Live" clId="Web-{2035063E-3079-4667-ADF2-C077F3201AA3}" dt="2026-01-22T06:35:23.152" v="10" actId="20577"/>
        <pc:sldMkLst>
          <pc:docMk/>
          <pc:sldMk cId="3657843566" sldId="265"/>
        </pc:sldMkLst>
        <pc:spChg chg="mod">
          <ac:chgData name="Kristijan Karanusic" userId="3c837f7726da1429" providerId="Windows Live" clId="Web-{2035063E-3079-4667-ADF2-C077F3201AA3}" dt="2026-01-22T06:35:13.730" v="2" actId="20577"/>
          <ac:spMkLst>
            <pc:docMk/>
            <pc:sldMk cId="3657843566" sldId="265"/>
            <ac:spMk id="2" creationId="{00000000-0000-0000-0000-000000000000}"/>
          </ac:spMkLst>
        </pc:spChg>
        <pc:spChg chg="mod">
          <ac:chgData name="Kristijan Karanusic" userId="3c837f7726da1429" providerId="Windows Live" clId="Web-{2035063E-3079-4667-ADF2-C077F3201AA3}" dt="2026-01-22T06:35:23.152" v="10" actId="20577"/>
          <ac:spMkLst>
            <pc:docMk/>
            <pc:sldMk cId="3657843566" sldId="265"/>
            <ac:spMk id="3" creationId="{2809DD34-BFD2-8305-42BF-AA42E093F93A}"/>
          </ac:spMkLst>
        </pc:spChg>
      </pc:sldChg>
      <pc:sldChg chg="del">
        <pc:chgData name="Kristijan Karanusic" userId="3c837f7726da1429" providerId="Windows Live" clId="Web-{2035063E-3079-4667-ADF2-C077F3201AA3}" dt="2026-01-22T06:35:39.949" v="11"/>
        <pc:sldMkLst>
          <pc:docMk/>
          <pc:sldMk cId="712565806" sldId="266"/>
        </pc:sldMkLst>
      </pc:sldChg>
      <pc:sldChg chg="modSp">
        <pc:chgData name="Kristijan Karanusic" userId="3c837f7726da1429" providerId="Windows Live" clId="Web-{2035063E-3079-4667-ADF2-C077F3201AA3}" dt="2026-01-22T06:44:27.983" v="150" actId="20577"/>
        <pc:sldMkLst>
          <pc:docMk/>
          <pc:sldMk cId="4035151082" sldId="267"/>
        </pc:sldMkLst>
        <pc:spChg chg="mod">
          <ac:chgData name="Kristijan Karanusic" userId="3c837f7726da1429" providerId="Windows Live" clId="Web-{2035063E-3079-4667-ADF2-C077F3201AA3}" dt="2026-01-22T06:44:27.983" v="150" actId="20577"/>
          <ac:spMkLst>
            <pc:docMk/>
            <pc:sldMk cId="4035151082" sldId="267"/>
            <ac:spMk id="3" creationId="{AA385B14-6D23-2394-890E-2F2CE0684421}"/>
          </ac:spMkLst>
        </pc:spChg>
      </pc:sldChg>
      <pc:sldChg chg="addSp delSp modSp">
        <pc:chgData name="Kristijan Karanusic" userId="3c837f7726da1429" providerId="Windows Live" clId="Web-{2035063E-3079-4667-ADF2-C077F3201AA3}" dt="2026-01-22T07:15:28.021" v="421" actId="20577"/>
        <pc:sldMkLst>
          <pc:docMk/>
          <pc:sldMk cId="1839409896" sldId="268"/>
        </pc:sldMkLst>
        <pc:spChg chg="mod">
          <ac:chgData name="Kristijan Karanusic" userId="3c837f7726da1429" providerId="Windows Live" clId="Web-{2035063E-3079-4667-ADF2-C077F3201AA3}" dt="2026-01-22T07:15:28.021" v="421" actId="20577"/>
          <ac:spMkLst>
            <pc:docMk/>
            <pc:sldMk cId="1839409896" sldId="268"/>
            <ac:spMk id="3" creationId="{F4FDC0A7-2EBE-B97D-F71C-97BD62047FF6}"/>
          </ac:spMkLst>
        </pc:spChg>
        <pc:spChg chg="add del mod">
          <ac:chgData name="Kristijan Karanusic" userId="3c837f7726da1429" providerId="Windows Live" clId="Web-{2035063E-3079-4667-ADF2-C077F3201AA3}" dt="2026-01-22T06:56:05.111" v="311"/>
          <ac:spMkLst>
            <pc:docMk/>
            <pc:sldMk cId="1839409896" sldId="268"/>
            <ac:spMk id="5" creationId="{718CE31B-EC84-3D97-5308-DC1AC1103BAD}"/>
          </ac:spMkLst>
        </pc:spChg>
        <pc:spChg chg="add del mod">
          <ac:chgData name="Kristijan Karanusic" userId="3c837f7726da1429" providerId="Windows Live" clId="Web-{2035063E-3079-4667-ADF2-C077F3201AA3}" dt="2026-01-22T06:56:14.001" v="316"/>
          <ac:spMkLst>
            <pc:docMk/>
            <pc:sldMk cId="1839409896" sldId="268"/>
            <ac:spMk id="6" creationId="{718CE31B-EC84-3D97-5308-DC1AC1103BAD}"/>
          </ac:spMkLst>
        </pc:spChg>
      </pc:sldChg>
      <pc:sldChg chg="addSp delSp modSp mod setBg setClrOvrMap">
        <pc:chgData name="Kristijan Karanusic" userId="3c837f7726da1429" providerId="Windows Live" clId="Web-{2035063E-3079-4667-ADF2-C077F3201AA3}" dt="2026-01-22T07:14:14.504" v="419" actId="20577"/>
        <pc:sldMkLst>
          <pc:docMk/>
          <pc:sldMk cId="4261244465" sldId="269"/>
        </pc:sldMkLst>
        <pc:spChg chg="mod ord">
          <ac:chgData name="Kristijan Karanusic" userId="3c837f7726da1429" providerId="Windows Live" clId="Web-{2035063E-3079-4667-ADF2-C077F3201AA3}" dt="2026-01-22T07:09:27.985" v="415"/>
          <ac:spMkLst>
            <pc:docMk/>
            <pc:sldMk cId="4261244465" sldId="269"/>
            <ac:spMk id="2" creationId="{2D9B194B-73FA-DAD6-728F-E14212BE24C3}"/>
          </ac:spMkLst>
        </pc:spChg>
        <pc:spChg chg="del mod">
          <ac:chgData name="Kristijan Karanusic" userId="3c837f7726da1429" providerId="Windows Live" clId="Web-{2035063E-3079-4667-ADF2-C077F3201AA3}" dt="2026-01-22T07:08:57.485" v="406"/>
          <ac:spMkLst>
            <pc:docMk/>
            <pc:sldMk cId="4261244465" sldId="269"/>
            <ac:spMk id="3" creationId="{C8EE1D33-6016-014F-7976-CC3BF83E4AA5}"/>
          </ac:spMkLst>
        </pc:spChg>
        <pc:spChg chg="mod">
          <ac:chgData name="Kristijan Karanusic" userId="3c837f7726da1429" providerId="Windows Live" clId="Web-{2035063E-3079-4667-ADF2-C077F3201AA3}" dt="2026-01-22T07:14:14.504" v="419" actId="20577"/>
          <ac:spMkLst>
            <pc:docMk/>
            <pc:sldMk cId="4261244465" sldId="269"/>
            <ac:spMk id="4" creationId="{F190CEC8-0F4C-E99E-FC93-F08F526E71E5}"/>
          </ac:spMkLst>
        </pc:spChg>
        <pc:spChg chg="add del">
          <ac:chgData name="Kristijan Karanusic" userId="3c837f7726da1429" providerId="Windows Live" clId="Web-{2035063E-3079-4667-ADF2-C077F3201AA3}" dt="2026-01-22T07:09:21.860" v="410"/>
          <ac:spMkLst>
            <pc:docMk/>
            <pc:sldMk cId="4261244465" sldId="269"/>
            <ac:spMk id="9" creationId="{B34586B4-1C2C-2159-A3EB-81DA48E6C504}"/>
          </ac:spMkLst>
        </pc:spChg>
        <pc:spChg chg="add del">
          <ac:chgData name="Kristijan Karanusic" userId="3c837f7726da1429" providerId="Windows Live" clId="Web-{2035063E-3079-4667-ADF2-C077F3201AA3}" dt="2026-01-22T07:09:19.376" v="408"/>
          <ac:spMkLst>
            <pc:docMk/>
            <pc:sldMk cId="4261244465" sldId="269"/>
            <ac:spMk id="10" creationId="{E6C8E6EB-4C59-429B-97E4-72A058CFC4FB}"/>
          </ac:spMkLst>
        </pc:spChg>
        <pc:spChg chg="add del">
          <ac:chgData name="Kristijan Karanusic" userId="3c837f7726da1429" providerId="Windows Live" clId="Web-{2035063E-3079-4667-ADF2-C077F3201AA3}" dt="2026-01-22T07:09:19.376" v="408"/>
          <ac:spMkLst>
            <pc:docMk/>
            <pc:sldMk cId="4261244465" sldId="269"/>
            <ac:spMk id="12" creationId="{B5B90362-AFCC-46A9-B41C-A257A8C5B314}"/>
          </ac:spMkLst>
        </pc:spChg>
        <pc:spChg chg="add del">
          <ac:chgData name="Kristijan Karanusic" userId="3c837f7726da1429" providerId="Windows Live" clId="Web-{2035063E-3079-4667-ADF2-C077F3201AA3}" dt="2026-01-22T07:09:19.376" v="408"/>
          <ac:spMkLst>
            <pc:docMk/>
            <pc:sldMk cId="4261244465" sldId="269"/>
            <ac:spMk id="14" creationId="{F71EF7F1-38BA-471D-8CD4-2A9AE8E35527}"/>
          </ac:spMkLst>
        </pc:spChg>
        <pc:spChg chg="add del">
          <ac:chgData name="Kristijan Karanusic" userId="3c837f7726da1429" providerId="Windows Live" clId="Web-{2035063E-3079-4667-ADF2-C077F3201AA3}" dt="2026-01-22T07:09:19.376" v="408"/>
          <ac:spMkLst>
            <pc:docMk/>
            <pc:sldMk cId="4261244465" sldId="269"/>
            <ac:spMk id="16" creationId="{C0524398-BFB4-4C4A-8317-83B8729F9B26}"/>
          </ac:spMkLst>
        </pc:spChg>
        <pc:spChg chg="add del">
          <ac:chgData name="Kristijan Karanusic" userId="3c837f7726da1429" providerId="Windows Live" clId="Web-{2035063E-3079-4667-ADF2-C077F3201AA3}" dt="2026-01-22T07:09:19.376" v="408"/>
          <ac:spMkLst>
            <pc:docMk/>
            <pc:sldMk cId="4261244465" sldId="269"/>
            <ac:spMk id="18" creationId="{2FB82883-1DC0-4BE1-A607-009095F3355A}"/>
          </ac:spMkLst>
        </pc:spChg>
        <pc:spChg chg="add del">
          <ac:chgData name="Kristijan Karanusic" userId="3c837f7726da1429" providerId="Windows Live" clId="Web-{2035063E-3079-4667-ADF2-C077F3201AA3}" dt="2026-01-22T07:09:19.376" v="408"/>
          <ac:spMkLst>
            <pc:docMk/>
            <pc:sldMk cId="4261244465" sldId="269"/>
            <ac:spMk id="20" creationId="{9FA98EAA-A866-4C95-A2A8-44E46FBAD5A0}"/>
          </ac:spMkLst>
        </pc:spChg>
        <pc:spChg chg="add del">
          <ac:chgData name="Kristijan Karanusic" userId="3c837f7726da1429" providerId="Windows Live" clId="Web-{2035063E-3079-4667-ADF2-C077F3201AA3}" dt="2026-01-22T07:09:21.860" v="410"/>
          <ac:spMkLst>
            <pc:docMk/>
            <pc:sldMk cId="4261244465" sldId="269"/>
            <ac:spMk id="22" creationId="{1BB56EB9-078F-4952-AC1F-149C7A0AE4D5}"/>
          </ac:spMkLst>
        </pc:spChg>
        <pc:spChg chg="add del">
          <ac:chgData name="Kristijan Karanusic" userId="3c837f7726da1429" providerId="Windows Live" clId="Web-{2035063E-3079-4667-ADF2-C077F3201AA3}" dt="2026-01-22T07:09:21.860" v="410"/>
          <ac:spMkLst>
            <pc:docMk/>
            <pc:sldMk cId="4261244465" sldId="269"/>
            <ac:spMk id="23" creationId="{D3772EE4-ED5E-4D3A-A306-B22CF866786D}"/>
          </ac:spMkLst>
        </pc:spChg>
        <pc:spChg chg="add del">
          <ac:chgData name="Kristijan Karanusic" userId="3c837f7726da1429" providerId="Windows Live" clId="Web-{2035063E-3079-4667-ADF2-C077F3201AA3}" dt="2026-01-22T07:09:21.860" v="410"/>
          <ac:spMkLst>
            <pc:docMk/>
            <pc:sldMk cId="4261244465" sldId="269"/>
            <ac:spMk id="24" creationId="{10058680-D07C-4893-B2B7-91543F18AB32}"/>
          </ac:spMkLst>
        </pc:spChg>
        <pc:spChg chg="add del">
          <ac:chgData name="Kristijan Karanusic" userId="3c837f7726da1429" providerId="Windows Live" clId="Web-{2035063E-3079-4667-ADF2-C077F3201AA3}" dt="2026-01-22T07:09:21.860" v="410"/>
          <ac:spMkLst>
            <pc:docMk/>
            <pc:sldMk cId="4261244465" sldId="269"/>
            <ac:spMk id="25" creationId="{7B42427A-0A1F-4A55-8705-D9179F1E0CFB}"/>
          </ac:spMkLst>
        </pc:spChg>
        <pc:spChg chg="add del">
          <ac:chgData name="Kristijan Karanusic" userId="3c837f7726da1429" providerId="Windows Live" clId="Web-{2035063E-3079-4667-ADF2-C077F3201AA3}" dt="2026-01-22T07:09:21.860" v="410"/>
          <ac:spMkLst>
            <pc:docMk/>
            <pc:sldMk cId="4261244465" sldId="269"/>
            <ac:spMk id="26" creationId="{EE54A6FE-D8CB-48A3-900B-053D4EBD3B85}"/>
          </ac:spMkLst>
        </pc:spChg>
        <pc:spChg chg="add del">
          <ac:chgData name="Kristijan Karanusic" userId="3c837f7726da1429" providerId="Windows Live" clId="Web-{2035063E-3079-4667-ADF2-C077F3201AA3}" dt="2026-01-22T07:09:24.391" v="412"/>
          <ac:spMkLst>
            <pc:docMk/>
            <pc:sldMk cId="4261244465" sldId="269"/>
            <ac:spMk id="28" creationId="{DD651B61-325E-4E73-8445-38B0DE8AAAB6}"/>
          </ac:spMkLst>
        </pc:spChg>
        <pc:spChg chg="add del">
          <ac:chgData name="Kristijan Karanusic" userId="3c837f7726da1429" providerId="Windows Live" clId="Web-{2035063E-3079-4667-ADF2-C077F3201AA3}" dt="2026-01-22T07:09:24.391" v="412"/>
          <ac:spMkLst>
            <pc:docMk/>
            <pc:sldMk cId="4261244465" sldId="269"/>
            <ac:spMk id="29" creationId="{B42E5253-D3AC-4AC2-B766-8B34F13C2F5E}"/>
          </ac:spMkLst>
        </pc:spChg>
        <pc:spChg chg="add del">
          <ac:chgData name="Kristijan Karanusic" userId="3c837f7726da1429" providerId="Windows Live" clId="Web-{2035063E-3079-4667-ADF2-C077F3201AA3}" dt="2026-01-22T07:09:24.391" v="412"/>
          <ac:spMkLst>
            <pc:docMk/>
            <pc:sldMk cId="4261244465" sldId="269"/>
            <ac:spMk id="30" creationId="{10AE8D57-436A-4073-9A75-15BB5949F8B4}"/>
          </ac:spMkLst>
        </pc:spChg>
        <pc:spChg chg="add del">
          <ac:chgData name="Kristijan Karanusic" userId="3c837f7726da1429" providerId="Windows Live" clId="Web-{2035063E-3079-4667-ADF2-C077F3201AA3}" dt="2026-01-22T07:09:24.391" v="412"/>
          <ac:spMkLst>
            <pc:docMk/>
            <pc:sldMk cId="4261244465" sldId="269"/>
            <ac:spMk id="31" creationId="{E2852671-8EB6-4EAF-8AF8-65CF3FD66456}"/>
          </ac:spMkLst>
        </pc:spChg>
        <pc:spChg chg="add del">
          <ac:chgData name="Kristijan Karanusic" userId="3c837f7726da1429" providerId="Windows Live" clId="Web-{2035063E-3079-4667-ADF2-C077F3201AA3}" dt="2026-01-22T07:09:24.391" v="412"/>
          <ac:spMkLst>
            <pc:docMk/>
            <pc:sldMk cId="4261244465" sldId="269"/>
            <ac:spMk id="32" creationId="{26B4480E-B7FF-4481-890E-043A69AE6FE2}"/>
          </ac:spMkLst>
        </pc:spChg>
        <pc:spChg chg="add del">
          <ac:chgData name="Kristijan Karanusic" userId="3c837f7726da1429" providerId="Windows Live" clId="Web-{2035063E-3079-4667-ADF2-C077F3201AA3}" dt="2026-01-22T07:09:27.969" v="414"/>
          <ac:spMkLst>
            <pc:docMk/>
            <pc:sldMk cId="4261244465" sldId="269"/>
            <ac:spMk id="36" creationId="{E9751CB9-7B25-4EB8-9A6F-82F822549F12}"/>
          </ac:spMkLst>
        </pc:spChg>
        <pc:spChg chg="add del">
          <ac:chgData name="Kristijan Karanusic" userId="3c837f7726da1429" providerId="Windows Live" clId="Web-{2035063E-3079-4667-ADF2-C077F3201AA3}" dt="2026-01-22T07:09:27.969" v="414"/>
          <ac:spMkLst>
            <pc:docMk/>
            <pc:sldMk cId="4261244465" sldId="269"/>
            <ac:spMk id="37" creationId="{E1317383-CF3B-4B02-9512-BECBEF6362A4}"/>
          </ac:spMkLst>
        </pc:spChg>
        <pc:spChg chg="add del">
          <ac:chgData name="Kristijan Karanusic" userId="3c837f7726da1429" providerId="Windows Live" clId="Web-{2035063E-3079-4667-ADF2-C077F3201AA3}" dt="2026-01-22T07:09:27.969" v="414"/>
          <ac:spMkLst>
            <pc:docMk/>
            <pc:sldMk cId="4261244465" sldId="269"/>
            <ac:spMk id="38" creationId="{B1D4C7A0-6DF2-4F2D-A45D-F111582974C7}"/>
          </ac:spMkLst>
        </pc:spChg>
        <pc:spChg chg="add del">
          <ac:chgData name="Kristijan Karanusic" userId="3c837f7726da1429" providerId="Windows Live" clId="Web-{2035063E-3079-4667-ADF2-C077F3201AA3}" dt="2026-01-22T07:09:27.969" v="414"/>
          <ac:spMkLst>
            <pc:docMk/>
            <pc:sldMk cId="4261244465" sldId="269"/>
            <ac:spMk id="39" creationId="{DBF3943D-BCB6-4B31-809D-A005686483B4}"/>
          </ac:spMkLst>
        </pc:spChg>
        <pc:spChg chg="add del">
          <ac:chgData name="Kristijan Karanusic" userId="3c837f7726da1429" providerId="Windows Live" clId="Web-{2035063E-3079-4667-ADF2-C077F3201AA3}" dt="2026-01-22T07:09:27.969" v="414"/>
          <ac:spMkLst>
            <pc:docMk/>
            <pc:sldMk cId="4261244465" sldId="269"/>
            <ac:spMk id="40" creationId="{39373A6F-2E1F-4613-8E1D-D68057D29F31}"/>
          </ac:spMkLst>
        </pc:spChg>
        <pc:spChg chg="add del">
          <ac:chgData name="Kristijan Karanusic" userId="3c837f7726da1429" providerId="Windows Live" clId="Web-{2035063E-3079-4667-ADF2-C077F3201AA3}" dt="2026-01-22T07:09:27.969" v="414"/>
          <ac:spMkLst>
            <pc:docMk/>
            <pc:sldMk cId="4261244465" sldId="269"/>
            <ac:spMk id="41" creationId="{844B2CDD-C4D3-A946-F6BA-FAD1B98995B6}"/>
          </ac:spMkLst>
        </pc:spChg>
        <pc:spChg chg="add">
          <ac:chgData name="Kristijan Karanusic" userId="3c837f7726da1429" providerId="Windows Live" clId="Web-{2035063E-3079-4667-ADF2-C077F3201AA3}" dt="2026-01-22T07:09:27.985" v="415"/>
          <ac:spMkLst>
            <pc:docMk/>
            <pc:sldMk cId="4261244465" sldId="269"/>
            <ac:spMk id="43" creationId="{DD651B61-325E-4E73-8445-38B0DE8AAAB6}"/>
          </ac:spMkLst>
        </pc:spChg>
        <pc:spChg chg="add">
          <ac:chgData name="Kristijan Karanusic" userId="3c837f7726da1429" providerId="Windows Live" clId="Web-{2035063E-3079-4667-ADF2-C077F3201AA3}" dt="2026-01-22T07:09:27.985" v="415"/>
          <ac:spMkLst>
            <pc:docMk/>
            <pc:sldMk cId="4261244465" sldId="269"/>
            <ac:spMk id="44" creationId="{B42E5253-D3AC-4AC2-B766-8B34F13C2F5E}"/>
          </ac:spMkLst>
        </pc:spChg>
        <pc:spChg chg="add">
          <ac:chgData name="Kristijan Karanusic" userId="3c837f7726da1429" providerId="Windows Live" clId="Web-{2035063E-3079-4667-ADF2-C077F3201AA3}" dt="2026-01-22T07:09:27.985" v="415"/>
          <ac:spMkLst>
            <pc:docMk/>
            <pc:sldMk cId="4261244465" sldId="269"/>
            <ac:spMk id="45" creationId="{10AE8D57-436A-4073-9A75-15BB5949F8B4}"/>
          </ac:spMkLst>
        </pc:spChg>
        <pc:spChg chg="add">
          <ac:chgData name="Kristijan Karanusic" userId="3c837f7726da1429" providerId="Windows Live" clId="Web-{2035063E-3079-4667-ADF2-C077F3201AA3}" dt="2026-01-22T07:09:27.985" v="415"/>
          <ac:spMkLst>
            <pc:docMk/>
            <pc:sldMk cId="4261244465" sldId="269"/>
            <ac:spMk id="46" creationId="{E2852671-8EB6-4EAF-8AF8-65CF3FD66456}"/>
          </ac:spMkLst>
        </pc:spChg>
        <pc:spChg chg="add">
          <ac:chgData name="Kristijan Karanusic" userId="3c837f7726da1429" providerId="Windows Live" clId="Web-{2035063E-3079-4667-ADF2-C077F3201AA3}" dt="2026-01-22T07:09:27.985" v="415"/>
          <ac:spMkLst>
            <pc:docMk/>
            <pc:sldMk cId="4261244465" sldId="269"/>
            <ac:spMk id="47" creationId="{26B4480E-B7FF-4481-890E-043A69AE6FE2}"/>
          </ac:spMkLst>
        </pc:spChg>
        <pc:grpChg chg="add del">
          <ac:chgData name="Kristijan Karanusic" userId="3c837f7726da1429" providerId="Windows Live" clId="Web-{2035063E-3079-4667-ADF2-C077F3201AA3}" dt="2026-01-22T07:09:24.391" v="412"/>
          <ac:grpSpMkLst>
            <pc:docMk/>
            <pc:sldMk cId="4261244465" sldId="269"/>
            <ac:grpSpMk id="33" creationId="{79394E1F-0B5F-497D-B2A6-8383A2A54834}"/>
          </ac:grpSpMkLst>
        </pc:grpChg>
        <pc:grpChg chg="add">
          <ac:chgData name="Kristijan Karanusic" userId="3c837f7726da1429" providerId="Windows Live" clId="Web-{2035063E-3079-4667-ADF2-C077F3201AA3}" dt="2026-01-22T07:09:27.985" v="415"/>
          <ac:grpSpMkLst>
            <pc:docMk/>
            <pc:sldMk cId="4261244465" sldId="269"/>
            <ac:grpSpMk id="48" creationId="{79394E1F-0B5F-497D-B2A6-8383A2A54834}"/>
          </ac:grpSpMkLst>
        </pc:grpChg>
        <pc:picChg chg="add mod ord">
          <ac:chgData name="Kristijan Karanusic" userId="3c837f7726da1429" providerId="Windows Live" clId="Web-{2035063E-3079-4667-ADF2-C077F3201AA3}" dt="2026-01-22T07:09:27.985" v="415"/>
          <ac:picMkLst>
            <pc:docMk/>
            <pc:sldMk cId="4261244465" sldId="269"/>
            <ac:picMk id="5" creationId="{F3E20943-F388-D636-7063-35BC2EFAADE2}"/>
          </ac:picMkLst>
        </pc:picChg>
      </pc:sldChg>
      <pc:sldChg chg="addSp modSp mod setBg">
        <pc:chgData name="Kristijan Karanusic" userId="3c837f7726da1429" providerId="Windows Live" clId="Web-{2035063E-3079-4667-ADF2-C077F3201AA3}" dt="2026-01-22T07:33:17.290" v="779" actId="20577"/>
        <pc:sldMkLst>
          <pc:docMk/>
          <pc:sldMk cId="3321737263" sldId="275"/>
        </pc:sldMkLst>
        <pc:spChg chg="mod">
          <ac:chgData name="Kristijan Karanusic" userId="3c837f7726da1429" providerId="Windows Live" clId="Web-{2035063E-3079-4667-ADF2-C077F3201AA3}" dt="2026-01-22T07:31:21.052" v="743"/>
          <ac:spMkLst>
            <pc:docMk/>
            <pc:sldMk cId="3321737263" sldId="275"/>
            <ac:spMk id="2" creationId="{89443278-3D25-FEF7-4D6D-B4CA3FBE5F41}"/>
          </ac:spMkLst>
        </pc:spChg>
        <pc:spChg chg="mod">
          <ac:chgData name="Kristijan Karanusic" userId="3c837f7726da1429" providerId="Windows Live" clId="Web-{2035063E-3079-4667-ADF2-C077F3201AA3}" dt="2026-01-22T07:33:17.290" v="779" actId="20577"/>
          <ac:spMkLst>
            <pc:docMk/>
            <pc:sldMk cId="3321737263" sldId="275"/>
            <ac:spMk id="3" creationId="{93003D6B-82AC-E000-ED08-E246EC190B58}"/>
          </ac:spMkLst>
        </pc:spChg>
        <pc:spChg chg="mod">
          <ac:chgData name="Kristijan Karanusic" userId="3c837f7726da1429" providerId="Windows Live" clId="Web-{2035063E-3079-4667-ADF2-C077F3201AA3}" dt="2026-01-22T07:31:21.052" v="743"/>
          <ac:spMkLst>
            <pc:docMk/>
            <pc:sldMk cId="3321737263" sldId="275"/>
            <ac:spMk id="4" creationId="{E502A5A4-7F29-94F6-4C85-99B20512A5BF}"/>
          </ac:spMkLst>
        </pc:spChg>
        <pc:spChg chg="add">
          <ac:chgData name="Kristijan Karanusic" userId="3c837f7726da1429" providerId="Windows Live" clId="Web-{2035063E-3079-4667-ADF2-C077F3201AA3}" dt="2026-01-22T07:31:21.052" v="743"/>
          <ac:spMkLst>
            <pc:docMk/>
            <pc:sldMk cId="3321737263" sldId="275"/>
            <ac:spMk id="9" creationId="{A43B05A4-157F-403C-939A-ED1B6A0A029C}"/>
          </ac:spMkLst>
        </pc:spChg>
        <pc:spChg chg="add">
          <ac:chgData name="Kristijan Karanusic" userId="3c837f7726da1429" providerId="Windows Live" clId="Web-{2035063E-3079-4667-ADF2-C077F3201AA3}" dt="2026-01-22T07:31:21.052" v="743"/>
          <ac:spMkLst>
            <pc:docMk/>
            <pc:sldMk cId="3321737263" sldId="275"/>
            <ac:spMk id="11" creationId="{E8CCE107-A70B-4916-9A0B-751C70B9B597}"/>
          </ac:spMkLst>
        </pc:spChg>
        <pc:spChg chg="add">
          <ac:chgData name="Kristijan Karanusic" userId="3c837f7726da1429" providerId="Windows Live" clId="Web-{2035063E-3079-4667-ADF2-C077F3201AA3}" dt="2026-01-22T07:31:21.052" v="743"/>
          <ac:spMkLst>
            <pc:docMk/>
            <pc:sldMk cId="3321737263" sldId="275"/>
            <ac:spMk id="13" creationId="{9A925BC7-7CC5-4A0C-9B3D-8829EBF281BD}"/>
          </ac:spMkLst>
        </pc:spChg>
        <pc:spChg chg="add">
          <ac:chgData name="Kristijan Karanusic" userId="3c837f7726da1429" providerId="Windows Live" clId="Web-{2035063E-3079-4667-ADF2-C077F3201AA3}" dt="2026-01-22T07:31:21.052" v="743"/>
          <ac:spMkLst>
            <pc:docMk/>
            <pc:sldMk cId="3321737263" sldId="275"/>
            <ac:spMk id="15" creationId="{6E67D916-28C7-4965-BA3C-287FB857979C}"/>
          </ac:spMkLst>
        </pc:spChg>
      </pc:sldChg>
      <pc:sldChg chg="addSp modSp add mod replId setBg">
        <pc:chgData name="Kristijan Karanusic" userId="3c837f7726da1429" providerId="Windows Live" clId="Web-{2035063E-3079-4667-ADF2-C077F3201AA3}" dt="2026-01-22T09:42:47.702" v="781" actId="20577"/>
        <pc:sldMkLst>
          <pc:docMk/>
          <pc:sldMk cId="1631578584" sldId="276"/>
        </pc:sldMkLst>
        <pc:spChg chg="mod">
          <ac:chgData name="Kristijan Karanusic" userId="3c837f7726da1429" providerId="Windows Live" clId="Web-{2035063E-3079-4667-ADF2-C077F3201AA3}" dt="2026-01-22T07:31:03.911" v="741" actId="20577"/>
          <ac:spMkLst>
            <pc:docMk/>
            <pc:sldMk cId="1631578584" sldId="276"/>
            <ac:spMk id="2" creationId="{F360CA23-10A9-9D3F-E2CA-9C16B42A0542}"/>
          </ac:spMkLst>
        </pc:spChg>
        <pc:spChg chg="mod">
          <ac:chgData name="Kristijan Karanusic" userId="3c837f7726da1429" providerId="Windows Live" clId="Web-{2035063E-3079-4667-ADF2-C077F3201AA3}" dt="2026-01-22T09:42:47.702" v="781" actId="20577"/>
          <ac:spMkLst>
            <pc:docMk/>
            <pc:sldMk cId="1631578584" sldId="276"/>
            <ac:spMk id="3" creationId="{ECB1ECF9-302F-184A-D67B-65226831B108}"/>
          </ac:spMkLst>
        </pc:spChg>
        <pc:spChg chg="mod">
          <ac:chgData name="Kristijan Karanusic" userId="3c837f7726da1429" providerId="Windows Live" clId="Web-{2035063E-3079-4667-ADF2-C077F3201AA3}" dt="2026-01-22T07:29:43.739" v="726"/>
          <ac:spMkLst>
            <pc:docMk/>
            <pc:sldMk cId="1631578584" sldId="276"/>
            <ac:spMk id="4" creationId="{65C9D5F1-A17C-E013-8EB0-3C407ABAE3CF}"/>
          </ac:spMkLst>
        </pc:spChg>
        <pc:spChg chg="add">
          <ac:chgData name="Kristijan Karanusic" userId="3c837f7726da1429" providerId="Windows Live" clId="Web-{2035063E-3079-4667-ADF2-C077F3201AA3}" dt="2026-01-22T07:29:43.739" v="726"/>
          <ac:spMkLst>
            <pc:docMk/>
            <pc:sldMk cId="1631578584" sldId="276"/>
            <ac:spMk id="9" creationId="{F858DF7D-C2D0-4B03-A7A0-2F06B789EE35}"/>
          </ac:spMkLst>
        </pc:spChg>
        <pc:spChg chg="add">
          <ac:chgData name="Kristijan Karanusic" userId="3c837f7726da1429" providerId="Windows Live" clId="Web-{2035063E-3079-4667-ADF2-C077F3201AA3}" dt="2026-01-22T07:29:43.739" v="726"/>
          <ac:spMkLst>
            <pc:docMk/>
            <pc:sldMk cId="1631578584" sldId="276"/>
            <ac:spMk id="11" creationId="{1B26B711-3121-40B0-8377-A64F3DC00C7A}"/>
          </ac:spMkLst>
        </pc:spChg>
        <pc:spChg chg="add">
          <ac:chgData name="Kristijan Karanusic" userId="3c837f7726da1429" providerId="Windows Live" clId="Web-{2035063E-3079-4667-ADF2-C077F3201AA3}" dt="2026-01-22T07:29:43.739" v="726"/>
          <ac:spMkLst>
            <pc:docMk/>
            <pc:sldMk cId="1631578584" sldId="276"/>
            <ac:spMk id="13" creationId="{645C4D3D-ABBA-4B4E-93E5-01E343719849}"/>
          </ac:spMkLst>
        </pc:spChg>
        <pc:spChg chg="add">
          <ac:chgData name="Kristijan Karanusic" userId="3c837f7726da1429" providerId="Windows Live" clId="Web-{2035063E-3079-4667-ADF2-C077F3201AA3}" dt="2026-01-22T07:29:43.739" v="726"/>
          <ac:spMkLst>
            <pc:docMk/>
            <pc:sldMk cId="1631578584" sldId="276"/>
            <ac:spMk id="15" creationId="{98DDD5E5-0097-4C6C-B266-5732EDA96CC4}"/>
          </ac:spMkLst>
        </pc:spChg>
        <pc:spChg chg="add">
          <ac:chgData name="Kristijan Karanusic" userId="3c837f7726da1429" providerId="Windows Live" clId="Web-{2035063E-3079-4667-ADF2-C077F3201AA3}" dt="2026-01-22T07:29:43.739" v="726"/>
          <ac:spMkLst>
            <pc:docMk/>
            <pc:sldMk cId="1631578584" sldId="276"/>
            <ac:spMk id="17" creationId="{8952EF87-C74F-4D3F-9CAD-EEA1733C9BD0}"/>
          </ac:spMkLst>
        </pc:spChg>
      </pc:sldChg>
      <pc:sldChg chg="addSp modSp add mod ord replId setBg">
        <pc:chgData name="Kristijan Karanusic" userId="3c837f7726da1429" providerId="Windows Live" clId="Web-{2035063E-3079-4667-ADF2-C077F3201AA3}" dt="2026-01-22T09:43:17.405" v="786" actId="20577"/>
        <pc:sldMkLst>
          <pc:docMk/>
          <pc:sldMk cId="394904974" sldId="277"/>
        </pc:sldMkLst>
        <pc:spChg chg="mod">
          <ac:chgData name="Kristijan Karanusic" userId="3c837f7726da1429" providerId="Windows Live" clId="Web-{2035063E-3079-4667-ADF2-C077F3201AA3}" dt="2026-01-22T07:30:57.771" v="733" actId="20577"/>
          <ac:spMkLst>
            <pc:docMk/>
            <pc:sldMk cId="394904974" sldId="277"/>
            <ac:spMk id="2" creationId="{48C6D375-A904-1AC0-F36D-82F1A91CF1C2}"/>
          </ac:spMkLst>
        </pc:spChg>
        <pc:spChg chg="mod">
          <ac:chgData name="Kristijan Karanusic" userId="3c837f7726da1429" providerId="Windows Live" clId="Web-{2035063E-3079-4667-ADF2-C077F3201AA3}" dt="2026-01-22T09:43:17.405" v="786" actId="20577"/>
          <ac:spMkLst>
            <pc:docMk/>
            <pc:sldMk cId="394904974" sldId="277"/>
            <ac:spMk id="3" creationId="{9466D546-D3D8-5A5A-0647-FD7999CDA3A1}"/>
          </ac:spMkLst>
        </pc:spChg>
        <pc:spChg chg="mod">
          <ac:chgData name="Kristijan Karanusic" userId="3c837f7726da1429" providerId="Windows Live" clId="Web-{2035063E-3079-4667-ADF2-C077F3201AA3}" dt="2026-01-22T07:30:40.724" v="728"/>
          <ac:spMkLst>
            <pc:docMk/>
            <pc:sldMk cId="394904974" sldId="277"/>
            <ac:spMk id="4" creationId="{6ADE3222-2598-9AF7-71AB-D094E771302D}"/>
          </ac:spMkLst>
        </pc:spChg>
        <pc:spChg chg="add">
          <ac:chgData name="Kristijan Karanusic" userId="3c837f7726da1429" providerId="Windows Live" clId="Web-{2035063E-3079-4667-ADF2-C077F3201AA3}" dt="2026-01-22T07:30:40.724" v="728"/>
          <ac:spMkLst>
            <pc:docMk/>
            <pc:sldMk cId="394904974" sldId="277"/>
            <ac:spMk id="9" creationId="{B373F125-DEF3-41D6-9918-AB21A2ACC37A}"/>
          </ac:spMkLst>
        </pc:spChg>
        <pc:spChg chg="add">
          <ac:chgData name="Kristijan Karanusic" userId="3c837f7726da1429" providerId="Windows Live" clId="Web-{2035063E-3079-4667-ADF2-C077F3201AA3}" dt="2026-01-22T07:30:40.724" v="728"/>
          <ac:spMkLst>
            <pc:docMk/>
            <pc:sldMk cId="394904974" sldId="277"/>
            <ac:spMk id="11" creationId="{71E9F226-EB6E-48C9-ADDA-636DE4BF4EBE}"/>
          </ac:spMkLst>
        </pc:spChg>
      </pc:sldChg>
    </pc:docChg>
  </pc:docChgLst>
  <pc:docChgLst>
    <pc:chgData name="Kristijan Karanusic" userId="3c837f7726da1429" providerId="Windows Live" clId="Web-{B7420C96-C42B-7A8B-101E-E92B837E35DC}"/>
    <pc:docChg chg="modSld">
      <pc:chgData name="Kristijan Karanusic" userId="3c837f7726da1429" providerId="Windows Live" clId="Web-{B7420C96-C42B-7A8B-101E-E92B837E35DC}" dt="2026-01-23T20:04:42.609" v="38"/>
      <pc:docMkLst>
        <pc:docMk/>
      </pc:docMkLst>
      <pc:sldChg chg="addSp delSp modSp">
        <pc:chgData name="Kristijan Karanusic" userId="3c837f7726da1429" providerId="Windows Live" clId="Web-{B7420C96-C42B-7A8B-101E-E92B837E35DC}" dt="2026-01-23T20:04:42.609" v="38"/>
        <pc:sldMkLst>
          <pc:docMk/>
          <pc:sldMk cId="4285223946" sldId="262"/>
        </pc:sldMkLst>
        <pc:spChg chg="mod">
          <ac:chgData name="Kristijan Karanusic" userId="3c837f7726da1429" providerId="Windows Live" clId="Web-{B7420C96-C42B-7A8B-101E-E92B837E35DC}" dt="2026-01-23T20:01:58.984" v="20" actId="20577"/>
          <ac:spMkLst>
            <pc:docMk/>
            <pc:sldMk cId="4285223946" sldId="262"/>
            <ac:spMk id="3" creationId="{00000000-0000-0000-0000-000000000000}"/>
          </ac:spMkLst>
        </pc:spChg>
        <pc:graphicFrameChg chg="add del mod">
          <ac:chgData name="Kristijan Karanusic" userId="3c837f7726da1429" providerId="Windows Live" clId="Web-{B7420C96-C42B-7A8B-101E-E92B837E35DC}" dt="2026-01-23T20:03:59.984" v="22"/>
          <ac:graphicFrameMkLst>
            <pc:docMk/>
            <pc:sldMk cId="4285223946" sldId="262"/>
            <ac:graphicFrameMk id="6" creationId="{7EC639D4-6FCE-6AA9-86D0-5EA927850EC4}"/>
          </ac:graphicFrameMkLst>
        </pc:graphicFrameChg>
        <pc:graphicFrameChg chg="add del">
          <ac:chgData name="Kristijan Karanusic" userId="3c837f7726da1429" providerId="Windows Live" clId="Web-{B7420C96-C42B-7A8B-101E-E92B837E35DC}" dt="2026-01-23T20:04:15.328" v="24"/>
          <ac:graphicFrameMkLst>
            <pc:docMk/>
            <pc:sldMk cId="4285223946" sldId="262"/>
            <ac:graphicFrameMk id="7" creationId="{1951E4B3-1284-1E0C-97F4-CA21FA12BE43}"/>
          </ac:graphicFrameMkLst>
        </pc:graphicFrameChg>
        <pc:graphicFrameChg chg="add mod modGraphic">
          <ac:chgData name="Kristijan Karanusic" userId="3c837f7726da1429" providerId="Windows Live" clId="Web-{B7420C96-C42B-7A8B-101E-E92B837E35DC}" dt="2026-01-23T20:04:42.609" v="38"/>
          <ac:graphicFrameMkLst>
            <pc:docMk/>
            <pc:sldMk cId="4285223946" sldId="262"/>
            <ac:graphicFrameMk id="8" creationId="{1016BED5-A9AD-F2EA-51E4-33B853F16EDD}"/>
          </ac:graphicFrameMkLst>
        </pc:graphicFrameChg>
      </pc:sldChg>
      <pc:sldChg chg="modSp">
        <pc:chgData name="Kristijan Karanusic" userId="3c837f7726da1429" providerId="Windows Live" clId="Web-{B7420C96-C42B-7A8B-101E-E92B837E35DC}" dt="2026-01-23T20:01:32.562" v="19" actId="20577"/>
        <pc:sldMkLst>
          <pc:docMk/>
          <pc:sldMk cId="48259320" sldId="263"/>
        </pc:sldMkLst>
        <pc:spChg chg="mod">
          <ac:chgData name="Kristijan Karanusic" userId="3c837f7726da1429" providerId="Windows Live" clId="Web-{B7420C96-C42B-7A8B-101E-E92B837E35DC}" dt="2026-01-23T20:01:32.562" v="19" actId="20577"/>
          <ac:spMkLst>
            <pc:docMk/>
            <pc:sldMk cId="48259320" sldId="263"/>
            <ac:spMk id="3" creationId="{00000000-0000-0000-0000-000000000000}"/>
          </ac:spMkLst>
        </pc:spChg>
      </pc:sldChg>
    </pc:docChg>
  </pc:docChgLst>
  <pc:docChgLst>
    <pc:chgData name="Gost korisnik" providerId="Windows Live" clId="Web-{E7C7EFA0-D172-CDC5-824E-5804E25C08DD}"/>
    <pc:docChg chg="modSld">
      <pc:chgData name="Gost korisnik" userId="" providerId="Windows Live" clId="Web-{E7C7EFA0-D172-CDC5-824E-5804E25C08DD}" dt="2026-01-23T19:46:47.350" v="150" actId="20577"/>
      <pc:docMkLst>
        <pc:docMk/>
      </pc:docMkLst>
      <pc:sldChg chg="modSp">
        <pc:chgData name="Gost korisnik" userId="" providerId="Windows Live" clId="Web-{E7C7EFA0-D172-CDC5-824E-5804E25C08DD}" dt="2026-01-23T19:46:47.350" v="150" actId="20577"/>
        <pc:sldMkLst>
          <pc:docMk/>
          <pc:sldMk cId="48259320" sldId="263"/>
        </pc:sldMkLst>
        <pc:spChg chg="mod">
          <ac:chgData name="Gost korisnik" userId="" providerId="Windows Live" clId="Web-{E7C7EFA0-D172-CDC5-824E-5804E25C08DD}" dt="2026-01-23T19:46:47.350" v="150" actId="20577"/>
          <ac:spMkLst>
            <pc:docMk/>
            <pc:sldMk cId="48259320" sldId="263"/>
            <ac:spMk id="3" creationId="{00000000-0000-0000-0000-000000000000}"/>
          </ac:spMkLst>
        </pc:spChg>
      </pc:sldChg>
    </pc:docChg>
  </pc:docChgLst>
  <pc:docChgLst>
    <pc:chgData name="Kristijan Karanusic" userId="3c837f7726da1429" providerId="Windows Live" clId="Web-{F4A1E502-9D05-A6B8-5A0A-CEBC52D77731}"/>
    <pc:docChg chg="modSld">
      <pc:chgData name="Kristijan Karanusic" userId="3c837f7726da1429" providerId="Windows Live" clId="Web-{F4A1E502-9D05-A6B8-5A0A-CEBC52D77731}" dt="2026-01-22T09:48:14.758" v="45" actId="20577"/>
      <pc:docMkLst>
        <pc:docMk/>
      </pc:docMkLst>
      <pc:sldChg chg="modSp">
        <pc:chgData name="Kristijan Karanusic" userId="3c837f7726da1429" providerId="Windows Live" clId="Web-{F4A1E502-9D05-A6B8-5A0A-CEBC52D77731}" dt="2026-01-22T09:48:14.758" v="45" actId="20577"/>
        <pc:sldMkLst>
          <pc:docMk/>
          <pc:sldMk cId="1839409896" sldId="268"/>
        </pc:sldMkLst>
        <pc:spChg chg="mod">
          <ac:chgData name="Kristijan Karanusic" userId="3c837f7726da1429" providerId="Windows Live" clId="Web-{F4A1E502-9D05-A6B8-5A0A-CEBC52D77731}" dt="2026-01-22T09:48:14.758" v="45" actId="20577"/>
          <ac:spMkLst>
            <pc:docMk/>
            <pc:sldMk cId="1839409896" sldId="268"/>
            <ac:spMk id="3" creationId="{F4FDC0A7-2EBE-B97D-F71C-97BD62047FF6}"/>
          </ac:spMkLst>
        </pc:spChg>
      </pc:sldChg>
    </pc:docChg>
  </pc:docChgLst>
  <pc:docChgLst>
    <pc:chgData name="Kristijan Karanusic" userId="3c837f7726da1429" providerId="Windows Live" clId="Web-{E38205BC-B9BC-B1E2-884B-3A69D6F55377}"/>
    <pc:docChg chg="delSld modSld">
      <pc:chgData name="Kristijan Karanusic" userId="3c837f7726da1429" providerId="Windows Live" clId="Web-{E38205BC-B9BC-B1E2-884B-3A69D6F55377}" dt="2026-01-23T19:01:38.222" v="349" actId="20577"/>
      <pc:docMkLst>
        <pc:docMk/>
      </pc:docMkLst>
      <pc:sldChg chg="del">
        <pc:chgData name="Kristijan Karanusic" userId="3c837f7726da1429" providerId="Windows Live" clId="Web-{E38205BC-B9BC-B1E2-884B-3A69D6F55377}" dt="2026-01-23T18:39:50.470" v="194"/>
        <pc:sldMkLst>
          <pc:docMk/>
          <pc:sldMk cId="3161375826" sldId="259"/>
        </pc:sldMkLst>
      </pc:sldChg>
      <pc:sldChg chg="modSp">
        <pc:chgData name="Kristijan Karanusic" userId="3c837f7726da1429" providerId="Windows Live" clId="Web-{E38205BC-B9BC-B1E2-884B-3A69D6F55377}" dt="2026-01-23T18:37:02.611" v="170" actId="14100"/>
        <pc:sldMkLst>
          <pc:docMk/>
          <pc:sldMk cId="3657354464" sldId="261"/>
        </pc:sldMkLst>
        <pc:spChg chg="mod">
          <ac:chgData name="Kristijan Karanusic" userId="3c837f7726da1429" providerId="Windows Live" clId="Web-{E38205BC-B9BC-B1E2-884B-3A69D6F55377}" dt="2026-01-23T18:37:02.611" v="170" actId="14100"/>
          <ac:spMkLst>
            <pc:docMk/>
            <pc:sldMk cId="3657354464" sldId="261"/>
            <ac:spMk id="2" creationId="{00000000-0000-0000-0000-000000000000}"/>
          </ac:spMkLst>
        </pc:spChg>
        <pc:spChg chg="mod">
          <ac:chgData name="Kristijan Karanusic" userId="3c837f7726da1429" providerId="Windows Live" clId="Web-{E38205BC-B9BC-B1E2-884B-3A69D6F55377}" dt="2026-01-23T18:36:44.220" v="169" actId="20577"/>
          <ac:spMkLst>
            <pc:docMk/>
            <pc:sldMk cId="3657354464" sldId="261"/>
            <ac:spMk id="3" creationId="{00000000-0000-0000-0000-000000000000}"/>
          </ac:spMkLst>
        </pc:spChg>
      </pc:sldChg>
      <pc:sldChg chg="modSp">
        <pc:chgData name="Kristijan Karanusic" userId="3c837f7726da1429" providerId="Windows Live" clId="Web-{E38205BC-B9BC-B1E2-884B-3A69D6F55377}" dt="2026-01-23T18:45:13.080" v="328" actId="20577"/>
        <pc:sldMkLst>
          <pc:docMk/>
          <pc:sldMk cId="4285223946" sldId="262"/>
        </pc:sldMkLst>
        <pc:spChg chg="mod">
          <ac:chgData name="Kristijan Karanusic" userId="3c837f7726da1429" providerId="Windows Live" clId="Web-{E38205BC-B9BC-B1E2-884B-3A69D6F55377}" dt="2026-01-23T18:45:13.080" v="328" actId="20577"/>
          <ac:spMkLst>
            <pc:docMk/>
            <pc:sldMk cId="4285223946" sldId="262"/>
            <ac:spMk id="3" creationId="{00000000-0000-0000-0000-000000000000}"/>
          </ac:spMkLst>
        </pc:spChg>
      </pc:sldChg>
      <pc:sldChg chg="modSp">
        <pc:chgData name="Kristijan Karanusic" userId="3c837f7726da1429" providerId="Windows Live" clId="Web-{E38205BC-B9BC-B1E2-884B-3A69D6F55377}" dt="2026-01-23T19:00:55.159" v="339" actId="20577"/>
        <pc:sldMkLst>
          <pc:docMk/>
          <pc:sldMk cId="48259320" sldId="263"/>
        </pc:sldMkLst>
        <pc:spChg chg="mod">
          <ac:chgData name="Kristijan Karanusic" userId="3c837f7726da1429" providerId="Windows Live" clId="Web-{E38205BC-B9BC-B1E2-884B-3A69D6F55377}" dt="2026-01-23T19:00:55.159" v="339" actId="20577"/>
          <ac:spMkLst>
            <pc:docMk/>
            <pc:sldMk cId="48259320" sldId="263"/>
            <ac:spMk id="2" creationId="{00000000-0000-0000-0000-000000000000}"/>
          </ac:spMkLst>
        </pc:spChg>
      </pc:sldChg>
      <pc:sldChg chg="del">
        <pc:chgData name="Kristijan Karanusic" userId="3c837f7726da1429" providerId="Windows Live" clId="Web-{E38205BC-B9BC-B1E2-884B-3A69D6F55377}" dt="2026-01-23T18:45:30.580" v="329"/>
        <pc:sldMkLst>
          <pc:docMk/>
          <pc:sldMk cId="3641737146" sldId="264"/>
        </pc:sldMkLst>
      </pc:sldChg>
      <pc:sldChg chg="modSp">
        <pc:chgData name="Kristijan Karanusic" userId="3c837f7726da1429" providerId="Windows Live" clId="Web-{E38205BC-B9BC-B1E2-884B-3A69D6F55377}" dt="2026-01-23T19:01:38.222" v="349" actId="20577"/>
        <pc:sldMkLst>
          <pc:docMk/>
          <pc:sldMk cId="1839409896" sldId="268"/>
        </pc:sldMkLst>
        <pc:spChg chg="mod">
          <ac:chgData name="Kristijan Karanusic" userId="3c837f7726da1429" providerId="Windows Live" clId="Web-{E38205BC-B9BC-B1E2-884B-3A69D6F55377}" dt="2026-01-23T19:01:38.222" v="349" actId="20577"/>
          <ac:spMkLst>
            <pc:docMk/>
            <pc:sldMk cId="1839409896" sldId="268"/>
            <ac:spMk id="3" creationId="{F4FDC0A7-2EBE-B97D-F71C-97BD62047FF6}"/>
          </ac:spMkLst>
        </pc:spChg>
      </pc:sldChg>
      <pc:sldChg chg="addSp modSp">
        <pc:chgData name="Kristijan Karanusic" userId="3c837f7726da1429" providerId="Windows Live" clId="Web-{E38205BC-B9BC-B1E2-884B-3A69D6F55377}" dt="2026-01-23T18:39:42.392" v="193" actId="1076"/>
        <pc:sldMkLst>
          <pc:docMk/>
          <pc:sldMk cId="4261244465" sldId="269"/>
        </pc:sldMkLst>
        <pc:spChg chg="add mod">
          <ac:chgData name="Kristijan Karanusic" userId="3c837f7726da1429" providerId="Windows Live" clId="Web-{E38205BC-B9BC-B1E2-884B-3A69D6F55377}" dt="2026-01-23T18:39:42.392" v="193" actId="1076"/>
          <ac:spMkLst>
            <pc:docMk/>
            <pc:sldMk cId="4261244465" sldId="269"/>
            <ac:spMk id="3" creationId="{CEFFFCE3-D323-8057-4F57-1C51D77608C6}"/>
          </ac:spMkLst>
        </pc:spChg>
      </pc:sldChg>
      <pc:sldChg chg="del">
        <pc:chgData name="Kristijan Karanusic" userId="3c837f7726da1429" providerId="Windows Live" clId="Web-{E38205BC-B9BC-B1E2-884B-3A69D6F55377}" dt="2026-01-23T18:45:40.845" v="330"/>
        <pc:sldMkLst>
          <pc:docMk/>
          <pc:sldMk cId="3208602946" sldId="274"/>
        </pc:sldMkLst>
      </pc:sldChg>
      <pc:sldChg chg="del">
        <pc:chgData name="Kristijan Karanusic" userId="3c837f7726da1429" providerId="Windows Live" clId="Web-{E38205BC-B9BC-B1E2-884B-3A69D6F55377}" dt="2026-01-23T18:41:29.205" v="255"/>
        <pc:sldMkLst>
          <pc:docMk/>
          <pc:sldMk cId="3321737263" sldId="275"/>
        </pc:sldMkLst>
      </pc:sldChg>
      <pc:sldChg chg="modSp">
        <pc:chgData name="Kristijan Karanusic" userId="3c837f7726da1429" providerId="Windows Live" clId="Web-{E38205BC-B9BC-B1E2-884B-3A69D6F55377}" dt="2026-01-23T18:42:55.486" v="324" actId="20577"/>
        <pc:sldMkLst>
          <pc:docMk/>
          <pc:sldMk cId="1631578584" sldId="276"/>
        </pc:sldMkLst>
        <pc:spChg chg="mod">
          <ac:chgData name="Kristijan Karanusic" userId="3c837f7726da1429" providerId="Windows Live" clId="Web-{E38205BC-B9BC-B1E2-884B-3A69D6F55377}" dt="2026-01-23T18:42:55.486" v="324" actId="20577"/>
          <ac:spMkLst>
            <pc:docMk/>
            <pc:sldMk cId="1631578584" sldId="276"/>
            <ac:spMk id="3" creationId="{ECB1ECF9-302F-184A-D67B-65226831B108}"/>
          </ac:spMkLst>
        </pc:spChg>
      </pc:sldChg>
      <pc:sldChg chg="modSp">
        <pc:chgData name="Kristijan Karanusic" userId="3c837f7726da1429" providerId="Windows Live" clId="Web-{E38205BC-B9BC-B1E2-884B-3A69D6F55377}" dt="2026-01-23T18:40:57.345" v="237" actId="20577"/>
        <pc:sldMkLst>
          <pc:docMk/>
          <pc:sldMk cId="394904974" sldId="277"/>
        </pc:sldMkLst>
        <pc:spChg chg="mod">
          <ac:chgData name="Kristijan Karanusic" userId="3c837f7726da1429" providerId="Windows Live" clId="Web-{E38205BC-B9BC-B1E2-884B-3A69D6F55377}" dt="2026-01-23T18:40:57.345" v="237" actId="20577"/>
          <ac:spMkLst>
            <pc:docMk/>
            <pc:sldMk cId="394904974" sldId="277"/>
            <ac:spMk id="3" creationId="{9466D546-D3D8-5A5A-0647-FD7999CDA3A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Just list no need to elaborate in this stage!</a:t>
            </a:r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err="1"/>
              <a:t>DanceArena</a:t>
            </a:r>
            <a:endParaRPr lang="hr-HR" sz="4000" noProof="0" err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/>
              <a:t>Tim:  TG </a:t>
            </a:r>
            <a:r>
              <a:rPr lang="hr-HR" sz="1400"/>
              <a:t>14.1 </a:t>
            </a:r>
            <a:r>
              <a:rPr lang="hr-HR" sz="1400" err="1"/>
              <a:t>TheStickOfTruths</a:t>
            </a:r>
            <a:endParaRPr lang="hr-HR" sz="1400" noProof="0" err="1"/>
          </a:p>
          <a:p>
            <a:r>
              <a:rPr lang="hr-HR" noProof="0"/>
              <a:t>Ak. god. 2025./2025.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/>
              <a:t>Opis zadatka</a:t>
            </a:r>
          </a:p>
          <a:p>
            <a:r>
              <a:rPr lang="hr-HR" noProof="0"/>
              <a:t>Pregled zahtjeva</a:t>
            </a:r>
          </a:p>
          <a:p>
            <a:r>
              <a:rPr lang="hr-HR" noProof="0"/>
              <a:t>Korišteni alati i tehnologije</a:t>
            </a:r>
          </a:p>
          <a:p>
            <a:r>
              <a:rPr lang="hr-HR" noProof="0"/>
              <a:t>Arhitektura</a:t>
            </a:r>
          </a:p>
          <a:p>
            <a:r>
              <a:rPr lang="hr-HR" noProof="0"/>
              <a:t>Organizacija rada </a:t>
            </a:r>
          </a:p>
          <a:p>
            <a:r>
              <a:rPr lang="hr-HR" noProof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r-HR">
                <a:solidFill>
                  <a:srgbClr val="000000"/>
                </a:solidFill>
                <a:ea typeface="+mn-lt"/>
                <a:cs typeface="+mn-lt"/>
              </a:rPr>
              <a:t>Roko </a:t>
            </a:r>
            <a:r>
              <a:rPr lang="hr-HR" err="1">
                <a:solidFill>
                  <a:srgbClr val="000000"/>
                </a:solidFill>
                <a:ea typeface="+mn-lt"/>
                <a:cs typeface="+mn-lt"/>
              </a:rPr>
              <a:t>Čačija</a:t>
            </a:r>
            <a:r>
              <a:rPr lang="hr-HR">
                <a:solidFill>
                  <a:srgbClr val="000000"/>
                </a:solidFill>
                <a:ea typeface="+mn-lt"/>
                <a:cs typeface="+mn-lt"/>
              </a:rPr>
              <a:t>, voditelj grupe</a:t>
            </a:r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>
                <a:solidFill>
                  <a:srgbClr val="000000"/>
                </a:solidFill>
                <a:ea typeface="+mn-lt"/>
                <a:cs typeface="+mn-lt"/>
              </a:rPr>
              <a:t>backend</a:t>
            </a:r>
            <a:endParaRPr lang="hr-HR">
              <a:ea typeface="+mn-lt"/>
              <a:cs typeface="+mn-lt"/>
            </a:endParaRPr>
          </a:p>
          <a:p>
            <a:r>
              <a:rPr lang="hr-HR">
                <a:ea typeface="+mn-lt"/>
                <a:cs typeface="+mn-lt"/>
              </a:rPr>
              <a:t>Luka Golub</a:t>
            </a:r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>
                <a:ea typeface="+mn-lt"/>
                <a:cs typeface="+mn-lt"/>
              </a:rPr>
              <a:t>backend</a:t>
            </a:r>
          </a:p>
          <a:p>
            <a:pPr>
              <a:lnSpc>
                <a:spcPct val="110000"/>
              </a:lnSpc>
            </a:pPr>
            <a:r>
              <a:rPr lang="hr-HR">
                <a:ea typeface="+mn-lt"/>
                <a:cs typeface="+mn-lt"/>
              </a:rPr>
              <a:t>Karlo </a:t>
            </a:r>
            <a:r>
              <a:rPr lang="hr-HR" err="1">
                <a:ea typeface="+mn-lt"/>
                <a:cs typeface="+mn-lt"/>
              </a:rPr>
              <a:t>Višnjovski</a:t>
            </a:r>
            <a:endParaRPr lang="hr-HR">
              <a:ea typeface="+mn-lt"/>
              <a:cs typeface="+mn-lt"/>
            </a:endParaRPr>
          </a:p>
          <a:p>
            <a:pPr marL="486410" lvl="1">
              <a:lnSpc>
                <a:spcPct val="110000"/>
              </a:lnSpc>
              <a:buFont typeface="Courier New,monospace" panose="05020102010507070707" pitchFamily="18" charset="2"/>
              <a:buChar char="o"/>
            </a:pPr>
            <a:r>
              <a:rPr lang="hr-HR">
                <a:ea typeface="+mn-lt"/>
                <a:cs typeface="+mn-lt"/>
              </a:rPr>
              <a:t>frontend</a:t>
            </a:r>
            <a:endParaRPr lang="hr-HR"/>
          </a:p>
          <a:p>
            <a:r>
              <a:rPr lang="hr-HR">
                <a:ea typeface="+mn-lt"/>
                <a:cs typeface="+mn-lt"/>
              </a:rPr>
              <a:t>Šimun Vrsalović</a:t>
            </a:r>
            <a:endParaRPr lang="hr-HR"/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 err="1">
                <a:ea typeface="+mn-lt"/>
                <a:cs typeface="+mn-lt"/>
              </a:rPr>
              <a:t>frontend</a:t>
            </a:r>
            <a:endParaRPr lang="hr-HR">
              <a:ea typeface="+mn-lt"/>
              <a:cs typeface="+mn-lt"/>
            </a:endParaRPr>
          </a:p>
          <a:p>
            <a:r>
              <a:rPr lang="hr-HR">
                <a:ea typeface="+mn-lt"/>
                <a:cs typeface="+mn-lt"/>
              </a:rPr>
              <a:t>Luka Rako</a:t>
            </a:r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>
                <a:ea typeface="+mn-lt"/>
                <a:cs typeface="+mn-lt"/>
              </a:rPr>
              <a:t>dokumentacija</a:t>
            </a:r>
          </a:p>
          <a:p>
            <a:pPr>
              <a:lnSpc>
                <a:spcPct val="110000"/>
              </a:lnSpc>
            </a:pPr>
            <a:r>
              <a:rPr lang="hr-HR">
                <a:ea typeface="+mn-lt"/>
                <a:cs typeface="+mn-lt"/>
              </a:rPr>
              <a:t>Kristijan </a:t>
            </a:r>
            <a:r>
              <a:rPr lang="hr-HR" err="1">
                <a:ea typeface="+mn-lt"/>
                <a:cs typeface="+mn-lt"/>
              </a:rPr>
              <a:t>Karanušić</a:t>
            </a:r>
            <a:endParaRPr lang="hr-HR">
              <a:ea typeface="+mn-lt"/>
              <a:cs typeface="+mn-lt"/>
            </a:endParaRPr>
          </a:p>
          <a:p>
            <a:pPr marL="486410" lvl="1">
              <a:lnSpc>
                <a:spcPct val="110000"/>
              </a:lnSpc>
              <a:buFont typeface="Courier New,monospace" panose="05020102010507070707" pitchFamily="18" charset="2"/>
              <a:buChar char="o"/>
            </a:pPr>
            <a:r>
              <a:rPr lang="hr-HR">
                <a:ea typeface="+mn-lt"/>
                <a:cs typeface="+mn-lt"/>
              </a:rPr>
              <a:t>dokumentacija</a:t>
            </a:r>
            <a:endParaRPr lang="hr-HR"/>
          </a:p>
          <a:p>
            <a:endParaRPr lang="hr-HR">
              <a:ea typeface="+mn-lt"/>
              <a:cs typeface="+mn-lt"/>
            </a:endParaRPr>
          </a:p>
          <a:p>
            <a:pPr marL="0" indent="0">
              <a:buNone/>
            </a:pPr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r>
              <a:rPr lang="hr-HR" dirty="0"/>
              <a:t>Osnovna ideja ==&gt; jedinstvena platforma za </a:t>
            </a:r>
            <a:r>
              <a:rPr lang="hr-HR"/>
              <a:t>organizaciju</a:t>
            </a:r>
            <a:r>
              <a:rPr lang="hr-HR" dirty="0"/>
              <a:t> i </a:t>
            </a:r>
            <a:r>
              <a:rPr lang="hr-HR" dirty="0" err="1"/>
              <a:t>vodjenje</a:t>
            </a:r>
            <a:r>
              <a:rPr lang="hr-HR" dirty="0"/>
              <a:t> plesnih natjecanja</a:t>
            </a:r>
            <a:endParaRPr lang="hr-HR" sz="1600" b="1" dirty="0"/>
          </a:p>
          <a:p>
            <a:r>
              <a:rPr lang="hr-HR"/>
              <a:t>Cilj ==&gt;</a:t>
            </a:r>
            <a:r>
              <a:rPr lang="hr-HR" sz="1600" b="1"/>
              <a:t> </a:t>
            </a:r>
            <a:r>
              <a:rPr lang="hr-HR" err="1"/>
              <a:t>olaksati</a:t>
            </a:r>
            <a:r>
              <a:rPr lang="hr-HR"/>
              <a:t> organizaciju i </a:t>
            </a:r>
            <a:r>
              <a:rPr lang="hr-HR" err="1"/>
              <a:t>vodjenje</a:t>
            </a:r>
            <a:r>
              <a:rPr lang="hr-HR"/>
              <a:t> plesnih natjecanja</a:t>
            </a:r>
          </a:p>
          <a:p>
            <a:r>
              <a:rPr lang="hr-HR">
                <a:solidFill>
                  <a:srgbClr val="000000"/>
                </a:solidFill>
                <a:ea typeface="+mn-lt"/>
                <a:cs typeface="+mn-lt"/>
              </a:rPr>
              <a:t>Svrha ==&gt; </a:t>
            </a:r>
            <a:r>
              <a:rPr lang="hr-HR" err="1">
                <a:solidFill>
                  <a:srgbClr val="000000"/>
                </a:solidFill>
                <a:ea typeface="+mn-lt"/>
                <a:cs typeface="+mn-lt"/>
              </a:rPr>
              <a:t>uciniti</a:t>
            </a:r>
            <a:r>
              <a:rPr lang="hr-HR">
                <a:solidFill>
                  <a:srgbClr val="000000"/>
                </a:solidFill>
                <a:ea typeface="+mn-lt"/>
                <a:cs typeface="+mn-lt"/>
              </a:rPr>
              <a:t> proces natjecanja brzim, preglednijim i pouzdanijim za sve korisnike </a:t>
            </a:r>
          </a:p>
          <a:p>
            <a:r>
              <a:rPr lang="hr-HR">
                <a:solidFill>
                  <a:srgbClr val="000000"/>
                </a:solidFill>
                <a:ea typeface="+mn-lt"/>
                <a:cs typeface="+mn-lt"/>
              </a:rPr>
              <a:t>Slični programski proizvodi ==&gt; </a:t>
            </a:r>
            <a:r>
              <a:rPr lang="hr-HR" err="1">
                <a:solidFill>
                  <a:srgbClr val="000000"/>
                </a:solidFill>
                <a:ea typeface="+mn-lt"/>
                <a:cs typeface="+mn-lt"/>
              </a:rPr>
              <a:t>DanceBUG</a:t>
            </a:r>
            <a:endParaRPr lang="hr-HR" err="1"/>
          </a:p>
          <a:p>
            <a:pPr marL="506095" lvl="2" indent="-151765"/>
            <a:r>
              <a:rPr lang="hr-HR" err="1"/>
              <a:t>DanceBUG</a:t>
            </a:r>
            <a:r>
              <a:rPr lang="hr-HR"/>
              <a:t> znatno </a:t>
            </a:r>
            <a:r>
              <a:rPr lang="hr-HR" err="1"/>
              <a:t>opsirniji</a:t>
            </a:r>
            <a:r>
              <a:rPr lang="hr-HR"/>
              <a:t> i </a:t>
            </a:r>
            <a:r>
              <a:rPr lang="hr-HR" err="1"/>
              <a:t>namjenjen</a:t>
            </a:r>
            <a:r>
              <a:rPr lang="hr-HR"/>
              <a:t> komercijalnoj uporabi</a:t>
            </a:r>
          </a:p>
          <a:p>
            <a:pPr lvl="0"/>
            <a:endParaRPr lang="hr-HR" altLang="sr-Latn-R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8551" y="457200"/>
            <a:ext cx="2777491" cy="5935133"/>
            <a:chOff x="438068" y="457200"/>
            <a:chExt cx="3703320" cy="593513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524001"/>
            <a:ext cx="2559050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457200"/>
            <a:r>
              <a:rPr lang="en-US" sz="3600" noProof="0">
                <a:solidFill>
                  <a:srgbClr val="FFFFFF"/>
                </a:solidFill>
              </a:rPr>
              <a:t>UML dijagram obrazaca uporabe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90799" y="766070"/>
            <a:ext cx="40700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900">
                <a:solidFill>
                  <a:srgbClr val="FFFFFF"/>
                </a:solidFill>
              </a:rPr>
              <a:t>6</a:t>
            </a:r>
          </a:p>
        </p:txBody>
      </p:sp>
      <p:pic>
        <p:nvPicPr>
          <p:cNvPr id="5" name="Content Placeholder 4" descr="uml2">
            <a:extLst>
              <a:ext uri="{FF2B5EF4-FFF2-40B4-BE49-F238E27FC236}">
                <a16:creationId xmlns:a16="http://schemas.microsoft.com/office/drawing/2014/main" id="{F3E20943-F388-D636-7063-35BC2EFAA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3789" y="1863341"/>
            <a:ext cx="5073648" cy="31076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FFFCE3-D323-8057-4F57-1C51D77608C6}"/>
              </a:ext>
            </a:extLst>
          </p:cNvPr>
          <p:cNvSpPr txBox="1"/>
          <p:nvPr/>
        </p:nvSpPr>
        <p:spPr>
          <a:xfrm>
            <a:off x="3572676" y="1497965"/>
            <a:ext cx="40695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Glavni</a:t>
            </a:r>
            <a:r>
              <a:rPr lang="en-US"/>
              <a:t> </a:t>
            </a:r>
            <a:r>
              <a:rPr lang="en-US" err="1"/>
              <a:t>funkcionalni</a:t>
            </a:r>
            <a:r>
              <a:rPr lang="en-US"/>
              <a:t> </a:t>
            </a:r>
            <a:r>
              <a:rPr lang="en-US" err="1"/>
              <a:t>zahtjevi</a:t>
            </a:r>
          </a:p>
        </p:txBody>
      </p:sp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mlKomponente">
            <a:extLst>
              <a:ext uri="{FF2B5EF4-FFF2-40B4-BE49-F238E27FC236}">
                <a16:creationId xmlns:a16="http://schemas.microsoft.com/office/drawing/2014/main" id="{1638DE53-A9A6-E8CC-9ACA-AA4880CFD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05" y="447234"/>
            <a:ext cx="8264127" cy="345027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5425" y="4219240"/>
            <a:ext cx="8476488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5425" y="4359623"/>
            <a:ext cx="8477720" cy="2051143"/>
          </a:xfrm>
          <a:prstGeom prst="rect">
            <a:avLst/>
          </a:prstGeom>
          <a:solidFill>
            <a:srgbClr val="465359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568" y="4596992"/>
            <a:ext cx="8165375" cy="1607013"/>
          </a:xfrm>
        </p:spPr>
        <p:txBody>
          <a:bodyPr anchor="ctr">
            <a:normAutofit/>
          </a:bodyPr>
          <a:lstStyle/>
          <a:p>
            <a:r>
              <a:rPr lang="hr-HR" noProof="0">
                <a:solidFill>
                  <a:srgbClr val="FFFFFF"/>
                </a:solidFill>
              </a:rPr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3618" y="4596992"/>
            <a:ext cx="5430682" cy="16070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hr-HR" sz="1900" noProof="0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>
                <a:solidFill>
                  <a:schemeClr val="bg1">
                    <a:lumMod val="85000"/>
                    <a:lumOff val="15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hr-HR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354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3DDEEE-5452-C4CF-2EBF-4E9225F9B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45007" y="485678"/>
            <a:ext cx="3131058" cy="5888772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6D375-A904-1AC0-F36D-82F1A91CF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2320" y="1113764"/>
            <a:ext cx="2452312" cy="4624327"/>
          </a:xfrm>
        </p:spPr>
        <p:txBody>
          <a:bodyPr anchor="ctr">
            <a:normAutofit/>
          </a:bodyPr>
          <a:lstStyle/>
          <a:p>
            <a:r>
              <a:rPr lang="hr-HR" noProof="0">
                <a:solidFill>
                  <a:srgbClr val="FFFFFF"/>
                </a:solidFill>
              </a:rPr>
              <a:t>Ispitivanje</a:t>
            </a:r>
            <a:r>
              <a:rPr lang="hr-HR">
                <a:solidFill>
                  <a:srgbClr val="FFFFFF"/>
                </a:solidFill>
              </a:rPr>
              <a:t> komponenti</a:t>
            </a:r>
            <a:endParaRPr lang="hr-HR" noProof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6D546-D3D8-5A5A-0647-FD7999CDA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37" y="1113764"/>
            <a:ext cx="4581134" cy="462432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/>
          </a:p>
          <a:p>
            <a:pPr marL="506095" lvl="2" indent="-151765">
              <a:lnSpc>
                <a:spcPct val="90000"/>
              </a:lnSpc>
              <a:buFont typeface="Wingdings" panose="05020102010507070707" pitchFamily="18" charset="2"/>
              <a:buChar char="§"/>
            </a:pPr>
            <a:r>
              <a:rPr lang="hr-HR" sz="1700" err="1"/>
              <a:t>Koristen</a:t>
            </a:r>
            <a:r>
              <a:rPr lang="hr-HR" sz="1700"/>
              <a:t> </a:t>
            </a:r>
            <a:r>
              <a:rPr lang="hr-HR" sz="1700" err="1"/>
              <a:t>Django</a:t>
            </a:r>
            <a:r>
              <a:rPr lang="hr-HR" sz="1700"/>
              <a:t> API </a:t>
            </a:r>
            <a:r>
              <a:rPr lang="hr-HR" sz="1700" err="1"/>
              <a:t>TestCase</a:t>
            </a:r>
          </a:p>
          <a:p>
            <a:pPr marL="698500" lvl="3" indent="-131445">
              <a:lnSpc>
                <a:spcPct val="90000"/>
              </a:lnSpc>
              <a:buFont typeface="Arial" panose="05020102010507070707" pitchFamily="18" charset="2"/>
              <a:buChar char="•"/>
            </a:pPr>
            <a:r>
              <a:rPr lang="hr-HR" sz="1500" err="1"/>
              <a:t>Uspjesan</a:t>
            </a:r>
            <a:r>
              <a:rPr lang="hr-HR" sz="1500"/>
              <a:t> ispis informacija o registriranom korisniku</a:t>
            </a:r>
            <a:endParaRPr lang="hr-HR"/>
          </a:p>
          <a:p>
            <a:pPr marL="698500" lvl="3" indent="-131445">
              <a:lnSpc>
                <a:spcPct val="90000"/>
              </a:lnSpc>
              <a:buFont typeface="Arial" panose="05020102010507070707" pitchFamily="18" charset="2"/>
              <a:buChar char="•"/>
            </a:pPr>
            <a:r>
              <a:rPr lang="hr-HR" sz="1500" err="1"/>
              <a:t>Neuspjesna</a:t>
            </a:r>
            <a:r>
              <a:rPr lang="hr-HR" sz="1500"/>
              <a:t> dodjela </a:t>
            </a:r>
            <a:r>
              <a:rPr lang="hr-HR" sz="1500" err="1"/>
              <a:t>nepostojece</a:t>
            </a:r>
            <a:r>
              <a:rPr lang="hr-HR" sz="1500"/>
              <a:t> uloge korisniku</a:t>
            </a:r>
          </a:p>
          <a:p>
            <a:pPr marL="698500" lvl="3" indent="-131445">
              <a:lnSpc>
                <a:spcPct val="90000"/>
              </a:lnSpc>
              <a:buFont typeface="Arial" panose="05020102010507070707" pitchFamily="18" charset="2"/>
              <a:buChar char="•"/>
            </a:pPr>
            <a:r>
              <a:rPr lang="hr-HR" sz="1500" err="1"/>
              <a:t>Uspjesno</a:t>
            </a:r>
            <a:r>
              <a:rPr lang="hr-HR" sz="1500"/>
              <a:t> dobavljanje korisnikovih pripadnih natjecanja</a:t>
            </a:r>
          </a:p>
          <a:p>
            <a:pPr marL="698500" lvl="3" indent="-131445">
              <a:lnSpc>
                <a:spcPct val="90000"/>
              </a:lnSpc>
              <a:buFont typeface="Arial" panose="05020102010507070707" pitchFamily="18" charset="2"/>
              <a:buChar char="•"/>
            </a:pPr>
            <a:r>
              <a:rPr lang="hr-HR" sz="1500" err="1"/>
              <a:t>Neuspjesno</a:t>
            </a:r>
            <a:r>
              <a:rPr lang="hr-HR" sz="1500"/>
              <a:t> otvaranje natjecanja nepotpunim unosom podataka</a:t>
            </a:r>
          </a:p>
          <a:p>
            <a:pPr marL="698500" lvl="3" indent="-131445">
              <a:lnSpc>
                <a:spcPct val="90000"/>
              </a:lnSpc>
              <a:buFont typeface="Arial" panose="05020102010507070707" pitchFamily="18" charset="2"/>
              <a:buChar char="•"/>
            </a:pPr>
            <a:r>
              <a:rPr lang="hr-HR" sz="1500" err="1"/>
              <a:t>Neuspjesno</a:t>
            </a:r>
            <a:r>
              <a:rPr lang="hr-HR" sz="1500"/>
              <a:t> </a:t>
            </a:r>
            <a:r>
              <a:rPr lang="hr-HR" sz="1500" err="1"/>
              <a:t>uredjivanje</a:t>
            </a:r>
            <a:r>
              <a:rPr lang="hr-HR" sz="1500"/>
              <a:t> natjecanja koje nije draft</a:t>
            </a:r>
          </a:p>
          <a:p>
            <a:pPr marL="698500" lvl="3" indent="-131445">
              <a:lnSpc>
                <a:spcPct val="90000"/>
              </a:lnSpc>
              <a:buFont typeface="Arial" panose="05020102010507070707" pitchFamily="18" charset="2"/>
              <a:buChar char="•"/>
            </a:pPr>
            <a:r>
              <a:rPr lang="hr-HR" sz="1500" err="1"/>
              <a:t>Neuspjesno</a:t>
            </a:r>
            <a:r>
              <a:rPr lang="hr-HR" sz="1500"/>
              <a:t> objavljivanje natjecanja koje je </a:t>
            </a:r>
            <a:r>
              <a:rPr lang="hr-HR" sz="1500" err="1"/>
              <a:t>vec</a:t>
            </a:r>
            <a:r>
              <a:rPr lang="hr-HR" sz="1500"/>
              <a:t> aktivno</a:t>
            </a:r>
          </a:p>
          <a:p>
            <a:pPr marL="698500" lvl="3" indent="-131445">
              <a:lnSpc>
                <a:spcPct val="90000"/>
              </a:lnSpc>
              <a:buFont typeface="Arial" panose="05020102010507070707" pitchFamily="18" charset="2"/>
              <a:buChar char="•"/>
            </a:pPr>
            <a:endParaRPr lang="hr-HR" sz="1500"/>
          </a:p>
          <a:p>
            <a:pPr marL="506095" lvl="2" indent="-151765">
              <a:lnSpc>
                <a:spcPct val="90000"/>
              </a:lnSpc>
              <a:buFont typeface="Wingdings" panose="05020102010507070707" pitchFamily="18" charset="2"/>
              <a:buChar char="§"/>
            </a:pPr>
            <a:endParaRPr lang="hr-HR" sz="17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E3222-2598-9AF7-71AB-D094E771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4904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F25DE2-334D-2CF4-C946-086F3F49D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597643"/>
            <a:ext cx="277749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60CA23-10A9-9D3F-E2CA-9C16B42A0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361" y="1037967"/>
            <a:ext cx="2290568" cy="4709131"/>
          </a:xfrm>
        </p:spPr>
        <p:txBody>
          <a:bodyPr anchor="ctr">
            <a:normAutofit/>
          </a:bodyPr>
          <a:lstStyle/>
          <a:p>
            <a:r>
              <a:rPr lang="hr-HR" noProof="0">
                <a:solidFill>
                  <a:srgbClr val="FFFEFF"/>
                </a:solidFill>
              </a:rPr>
              <a:t>Ispitivanje</a:t>
            </a:r>
            <a:r>
              <a:rPr lang="hr-HR">
                <a:solidFill>
                  <a:srgbClr val="FFFEFF"/>
                </a:solidFill>
              </a:rPr>
              <a:t> sustava</a:t>
            </a:r>
            <a:endParaRPr lang="hr-HR" noProof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1ECF9-302F-184A-D67B-65226831B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1201" y="1037968"/>
            <a:ext cx="5044424" cy="48208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hr-HR" sz="1700"/>
          </a:p>
          <a:p>
            <a:pPr marL="506095" lvl="2" indent="-151765">
              <a:lnSpc>
                <a:spcPct val="90000"/>
              </a:lnSpc>
              <a:buFont typeface="Wingdings" panose="05020102010507070707" pitchFamily="18" charset="2"/>
              <a:buChar char="§"/>
            </a:pPr>
            <a:r>
              <a:rPr lang="hr-HR" sz="1700" err="1"/>
              <a:t>Koristen</a:t>
            </a:r>
            <a:r>
              <a:rPr lang="hr-HR" sz="1700"/>
              <a:t> </a:t>
            </a:r>
            <a:r>
              <a:rPr lang="hr-HR" sz="1700" err="1"/>
              <a:t>Cypress</a:t>
            </a:r>
            <a:endParaRPr lang="hr-HR" sz="1700"/>
          </a:p>
          <a:p>
            <a:pPr marL="698500" lvl="3" indent="-131445">
              <a:lnSpc>
                <a:spcPct val="90000"/>
              </a:lnSpc>
            </a:pPr>
            <a:r>
              <a:rPr lang="hr-HR" sz="1500" err="1"/>
              <a:t>Uspjesan</a:t>
            </a:r>
            <a:r>
              <a:rPr lang="hr-HR" sz="1500"/>
              <a:t> pregled aktivnih natjecanja i njihovih rezultata za neregistriranog korisnika</a:t>
            </a:r>
            <a:endParaRPr lang="hr-HR"/>
          </a:p>
          <a:p>
            <a:pPr marL="698500" lvl="3" indent="-131445">
              <a:lnSpc>
                <a:spcPct val="90000"/>
              </a:lnSpc>
            </a:pPr>
            <a:r>
              <a:rPr lang="hr-HR" sz="1500" err="1"/>
              <a:t>Neuspjesno</a:t>
            </a:r>
            <a:r>
              <a:rPr lang="hr-HR" sz="1500"/>
              <a:t> otvaranje natjecanja za organizatora bez potrebnih podataka</a:t>
            </a:r>
          </a:p>
          <a:p>
            <a:pPr marL="698500" lvl="3" indent="-131445">
              <a:lnSpc>
                <a:spcPct val="90000"/>
              </a:lnSpc>
            </a:pPr>
            <a:r>
              <a:rPr lang="hr-HR" sz="1500" err="1"/>
              <a:t>Neuspjesno</a:t>
            </a:r>
            <a:r>
              <a:rPr lang="hr-HR" sz="1500"/>
              <a:t> </a:t>
            </a:r>
            <a:r>
              <a:rPr lang="hr-HR" sz="1500" err="1"/>
              <a:t>izvrsavanje</a:t>
            </a:r>
            <a:r>
              <a:rPr lang="hr-HR" sz="1500"/>
              <a:t> </a:t>
            </a:r>
            <a:r>
              <a:rPr lang="hr-HR" sz="1500" err="1"/>
              <a:t>nepostojece</a:t>
            </a:r>
            <a:r>
              <a:rPr lang="hr-HR" sz="1500"/>
              <a:t> funkcije</a:t>
            </a:r>
          </a:p>
          <a:p>
            <a:pPr marL="698500" lvl="3" indent="-131445">
              <a:lnSpc>
                <a:spcPct val="90000"/>
              </a:lnSpc>
            </a:pPr>
            <a:r>
              <a:rPr lang="hr-HR" sz="1500" err="1"/>
              <a:t>Uspjesno</a:t>
            </a:r>
            <a:r>
              <a:rPr lang="hr-HR" sz="1500"/>
              <a:t> mijenjanje cijena pretplate kao administrator</a:t>
            </a:r>
          </a:p>
          <a:p>
            <a:pPr marL="698500" lvl="3" indent="-131445">
              <a:lnSpc>
                <a:spcPct val="90000"/>
              </a:lnSpc>
            </a:pPr>
            <a:endParaRPr lang="hr-HR" sz="1500"/>
          </a:p>
          <a:p>
            <a:pPr marL="506095" lvl="2" indent="-151765">
              <a:lnSpc>
                <a:spcPct val="90000"/>
              </a:lnSpc>
              <a:buFont typeface="Wingdings" panose="05020102010507070707" pitchFamily="18" charset="2"/>
              <a:buChar char="§"/>
            </a:pPr>
            <a:endParaRPr lang="hr-HR" sz="1700"/>
          </a:p>
          <a:p>
            <a:pPr marL="506095" lvl="2" indent="-151765">
              <a:lnSpc>
                <a:spcPct val="90000"/>
              </a:lnSpc>
              <a:buFont typeface="Wingdings" panose="05020102010507070707" pitchFamily="18" charset="2"/>
              <a:buChar char="§"/>
            </a:pPr>
            <a:endParaRPr lang="hr-HR" sz="17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9D5F1-A17C-E013-8EB0-3C407ABA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31578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/>
              <a:t>Popis programskih jezika i </a:t>
            </a:r>
            <a:r>
              <a:rPr lang="hr-HR"/>
              <a:t>tehnologija</a:t>
            </a:r>
            <a:endParaRPr lang="en-US"/>
          </a:p>
          <a:p>
            <a:pPr marL="486410" lvl="1"/>
            <a:r>
              <a:rPr lang="hr-HR"/>
              <a:t>Frontend ==&gt; React, Vite</a:t>
            </a:r>
            <a:endParaRPr lang="hr-HR" noProof="0">
              <a:latin typeface="Franklin Gothic Book"/>
            </a:endParaRPr>
          </a:p>
          <a:p>
            <a:pPr marL="486410" lvl="1"/>
            <a:r>
              <a:rPr lang="hr-HR" err="1"/>
              <a:t>Backend</a:t>
            </a:r>
            <a:r>
              <a:rPr lang="hr-HR"/>
              <a:t> ==&gt; Django </a:t>
            </a:r>
          </a:p>
          <a:p>
            <a:pPr marL="486410" lvl="1"/>
            <a:r>
              <a:rPr lang="hr-HR"/>
              <a:t>Baza podataka ==&gt; PostgreSQL</a:t>
            </a:r>
          </a:p>
          <a:p>
            <a:r>
              <a:rPr lang="hr-HR"/>
              <a:t>Popis korištenih alata</a:t>
            </a:r>
          </a:p>
          <a:p>
            <a:pPr marL="486410" lvl="1"/>
            <a:r>
              <a:rPr lang="hr-HR"/>
              <a:t>Ispitivanje ==&gt; </a:t>
            </a:r>
            <a:r>
              <a:rPr lang="hr-HR" err="1"/>
              <a:t>Django</a:t>
            </a:r>
            <a:r>
              <a:rPr lang="hr-HR"/>
              <a:t> API </a:t>
            </a:r>
            <a:r>
              <a:rPr lang="hr-HR" err="1"/>
              <a:t>TestCase</a:t>
            </a:r>
            <a:r>
              <a:rPr lang="hr-HR"/>
              <a:t>, </a:t>
            </a:r>
            <a:r>
              <a:rPr lang="hr-HR" err="1"/>
              <a:t>Playwright</a:t>
            </a:r>
          </a:p>
          <a:p>
            <a:pPr marL="486410" lvl="1"/>
            <a:r>
              <a:rPr lang="hr-HR"/>
              <a:t>Dokumentacija ==&gt; </a:t>
            </a:r>
            <a:r>
              <a:rPr lang="hr-HR" err="1"/>
              <a:t>Astah</a:t>
            </a:r>
            <a:r>
              <a:rPr lang="hr-HR"/>
              <a:t>, dbdiagram</a:t>
            </a:r>
          </a:p>
          <a:p>
            <a:pPr marL="486410" lvl="1"/>
            <a:r>
              <a:rPr lang="hr-HR"/>
              <a:t>Komunikacija ==&gt; WhatsApp, </a:t>
            </a:r>
            <a:r>
              <a:rPr lang="hr-HR" err="1"/>
              <a:t>Discord</a:t>
            </a:r>
            <a:r>
              <a:rPr lang="hr-HR"/>
              <a:t>, Microsoft </a:t>
            </a:r>
            <a:r>
              <a:rPr lang="hr-HR" err="1"/>
              <a:t>Teams</a:t>
            </a:r>
          </a:p>
          <a:p>
            <a:pPr marL="486410" lvl="1"/>
            <a:r>
              <a:rPr lang="hr-HR"/>
              <a:t>Upravljanje ==&gt; 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hr-HR"/>
          </a:p>
          <a:p>
            <a:pPr marL="457200" lvl="1" indent="0">
              <a:buNone/>
            </a:pPr>
            <a:endParaRPr lang="hr-HR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16BED5-A9AD-F2EA-51E4-33B853F16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594031"/>
              </p:ext>
            </p:extLst>
          </p:nvPr>
        </p:nvGraphicFramePr>
        <p:xfrm>
          <a:off x="1279585" y="1394603"/>
          <a:ext cx="6958818" cy="4571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409">
                  <a:extLst>
                    <a:ext uri="{9D8B030D-6E8A-4147-A177-3AD203B41FA5}">
                      <a16:colId xmlns:a16="http://schemas.microsoft.com/office/drawing/2014/main" val="1779932836"/>
                    </a:ext>
                  </a:extLst>
                </a:gridCol>
                <a:gridCol w="3479409">
                  <a:extLst>
                    <a:ext uri="{9D8B030D-6E8A-4147-A177-3AD203B41FA5}">
                      <a16:colId xmlns:a16="http://schemas.microsoft.com/office/drawing/2014/main" val="3221653339"/>
                    </a:ext>
                  </a:extLst>
                </a:gridCol>
              </a:tblGrid>
              <a:tr h="679621">
                <a:tc>
                  <a:txBody>
                    <a:bodyPr/>
                    <a:lstStyle/>
                    <a:p>
                      <a:r>
                        <a:rPr lang="en-US" sz="1800" dirty="0"/>
                        <a:t>Osoba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Broj</a:t>
                      </a:r>
                      <a:r>
                        <a:rPr lang="en-US" sz="1600" dirty="0"/>
                        <a:t> sati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328640"/>
                  </a:ext>
                </a:extLst>
              </a:tr>
              <a:tr h="648695">
                <a:tc>
                  <a:txBody>
                    <a:bodyPr/>
                    <a:lstStyle/>
                    <a:p>
                      <a:r>
                        <a:rPr lang="en-US" sz="1600" dirty="0"/>
                        <a:t>Roko </a:t>
                      </a:r>
                      <a:r>
                        <a:rPr lang="en-US" sz="1600" dirty="0" err="1"/>
                        <a:t>Čačija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84214"/>
                  </a:ext>
                </a:extLst>
              </a:tr>
              <a:tr h="648695">
                <a:tc>
                  <a:txBody>
                    <a:bodyPr/>
                    <a:lstStyle/>
                    <a:p>
                      <a:r>
                        <a:rPr lang="en-US" sz="1600" dirty="0" err="1"/>
                        <a:t>Šimun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Vrsalović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251328"/>
                  </a:ext>
                </a:extLst>
              </a:tr>
              <a:tr h="648695">
                <a:tc>
                  <a:txBody>
                    <a:bodyPr/>
                    <a:lstStyle/>
                    <a:p>
                      <a:r>
                        <a:rPr lang="en-US" sz="1600" dirty="0"/>
                        <a:t>Karlo </a:t>
                      </a:r>
                      <a:r>
                        <a:rPr lang="en-US" sz="1600" dirty="0" err="1"/>
                        <a:t>Višnjovski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504003"/>
                  </a:ext>
                </a:extLst>
              </a:tr>
              <a:tr h="648695">
                <a:tc>
                  <a:txBody>
                    <a:bodyPr/>
                    <a:lstStyle/>
                    <a:p>
                      <a:r>
                        <a:rPr lang="en-US" sz="1600" dirty="0"/>
                        <a:t>Luka Golub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404524"/>
                  </a:ext>
                </a:extLst>
              </a:tr>
              <a:tr h="648695">
                <a:tc>
                  <a:txBody>
                    <a:bodyPr/>
                    <a:lstStyle/>
                    <a:p>
                      <a:r>
                        <a:rPr lang="en-US" sz="1600" dirty="0"/>
                        <a:t>Luka Rako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095924"/>
                  </a:ext>
                </a:extLst>
              </a:tr>
              <a:tr h="648695">
                <a:tc>
                  <a:txBody>
                    <a:bodyPr/>
                    <a:lstStyle/>
                    <a:p>
                      <a:r>
                        <a:rPr lang="en-US" sz="1600" dirty="0"/>
                        <a:t>Kristijan </a:t>
                      </a:r>
                      <a:r>
                        <a:rPr lang="en-US" sz="1600" dirty="0" err="1"/>
                        <a:t>Karanušić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041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Iskustva i Zaključak</a:t>
            </a:r>
            <a:endParaRPr lang="hr-HR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/>
              <a:t>Komunikacija i podjela posla</a:t>
            </a:r>
            <a:endParaRPr lang="en-US"/>
          </a:p>
          <a:p>
            <a:r>
              <a:rPr lang="hr-HR"/>
              <a:t>Važnost dobrih temelja aplikacije</a:t>
            </a:r>
            <a:endParaRPr lang="hr-HR" noProof="0"/>
          </a:p>
          <a:p>
            <a:pPr marL="698500" lvl="3" indent="-131445"/>
            <a:r>
              <a:rPr lang="hr-HR" sz="2200"/>
              <a:t>„</a:t>
            </a:r>
            <a:r>
              <a:rPr lang="hr-HR" sz="2200" err="1"/>
              <a:t>Vodopadni</a:t>
            </a:r>
            <a:r>
              <a:rPr lang="hr-HR" sz="2200"/>
              <a:t> model”</a:t>
            </a:r>
            <a:endParaRPr lang="hr-HR"/>
          </a:p>
          <a:p>
            <a:r>
              <a:rPr lang="hr-HR"/>
              <a:t>Besplatni planovi servisa su nespretni</a:t>
            </a:r>
          </a:p>
          <a:p>
            <a:r>
              <a:rPr lang="hr-HR"/>
              <a:t>Dan prije predaje je stresan</a:t>
            </a:r>
          </a:p>
          <a:p>
            <a:pPr marL="486410" lvl="1"/>
            <a:endParaRPr lang="hr-HR"/>
          </a:p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Application>Microsoft Office PowerPoint</Application>
  <PresentationFormat>On-screen Show (4:3)</PresentationFormat>
  <Slides>11</Slides>
  <Notes>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PROGI-template</vt:lpstr>
      <vt:lpstr>DividendVTI</vt:lpstr>
      <vt:lpstr>DanceArena</vt:lpstr>
      <vt:lpstr>Sadržaj</vt:lpstr>
      <vt:lpstr>Članovi grupe</vt:lpstr>
      <vt:lpstr>O projektu</vt:lpstr>
      <vt:lpstr>UML dijagram obrazaca uporabe</vt:lpstr>
      <vt:lpstr>Arhitektura sustava</vt:lpstr>
      <vt:lpstr>Ispitivanje komponenti</vt:lpstr>
      <vt:lpstr>Ispitivanje sustava</vt:lpstr>
      <vt:lpstr>Korišteni alati i tehnologije</vt:lpstr>
      <vt:lpstr>Organizacija rada</vt:lpstr>
      <vt:lpstr>Iskustva i 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revision>18</cp:revision>
  <dcterms:created xsi:type="dcterms:W3CDTF">2016-01-18T13:10:52Z</dcterms:created>
  <dcterms:modified xsi:type="dcterms:W3CDTF">2026-01-23T22:06:02Z</dcterms:modified>
</cp:coreProperties>
</file>